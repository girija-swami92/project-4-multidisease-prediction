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7" r:id="rId12"/>
    <p:sldId id="265" r:id="rId13"/>
    <p:sldId id="27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971CC-F7D5-492B-A326-0958C18F6A85}" v="662" dt="2026-01-08T11:14:51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ja Swaminathan" userId="a7bd118d4a1de37a" providerId="LiveId" clId="{3032A659-365F-4A6B-AF9B-9E93B49E0B0F}"/>
    <pc:docChg chg="undo custSel addSld modSld sldOrd modMainMaster">
      <pc:chgData name="Girija Swaminathan" userId="a7bd118d4a1de37a" providerId="LiveId" clId="{3032A659-365F-4A6B-AF9B-9E93B49E0B0F}" dt="2026-01-11T17:11:31.285" v="3748" actId="1076"/>
      <pc:docMkLst>
        <pc:docMk/>
      </pc:docMkLst>
      <pc:sldChg chg="delSp modSp mod">
        <pc:chgData name="Girija Swaminathan" userId="a7bd118d4a1de37a" providerId="LiveId" clId="{3032A659-365F-4A6B-AF9B-9E93B49E0B0F}" dt="2026-01-08T10:57:14.908" v="3687" actId="20577"/>
        <pc:sldMkLst>
          <pc:docMk/>
          <pc:sldMk cId="2777966442" sldId="256"/>
        </pc:sldMkLst>
        <pc:spChg chg="mod">
          <ac:chgData name="Girija Swaminathan" userId="a7bd118d4a1de37a" providerId="LiveId" clId="{3032A659-365F-4A6B-AF9B-9E93B49E0B0F}" dt="2026-01-08T05:55:44.388" v="284" actId="1076"/>
          <ac:spMkLst>
            <pc:docMk/>
            <pc:sldMk cId="2777966442" sldId="256"/>
            <ac:spMk id="2" creationId="{3227CA7B-53A7-E985-B0C2-9B8096FEF37B}"/>
          </ac:spMkLst>
        </pc:spChg>
        <pc:spChg chg="mod">
          <ac:chgData name="Girija Swaminathan" userId="a7bd118d4a1de37a" providerId="LiveId" clId="{3032A659-365F-4A6B-AF9B-9E93B49E0B0F}" dt="2026-01-08T10:57:14.908" v="3687" actId="20577"/>
          <ac:spMkLst>
            <pc:docMk/>
            <pc:sldMk cId="2777966442" sldId="256"/>
            <ac:spMk id="3" creationId="{80707425-E943-F33D-38EB-DCBF0D6B92D5}"/>
          </ac:spMkLst>
        </pc:spChg>
      </pc:sldChg>
      <pc:sldChg chg="addSp delSp modSp mod">
        <pc:chgData name="Girija Swaminathan" userId="a7bd118d4a1de37a" providerId="LiveId" clId="{3032A659-365F-4A6B-AF9B-9E93B49E0B0F}" dt="2026-01-08T10:57:39.174" v="3690" actId="1076"/>
        <pc:sldMkLst>
          <pc:docMk/>
          <pc:sldMk cId="1364853062" sldId="257"/>
        </pc:sldMkLst>
        <pc:spChg chg="mod">
          <ac:chgData name="Girija Swaminathan" userId="a7bd118d4a1de37a" providerId="LiveId" clId="{3032A659-365F-4A6B-AF9B-9E93B49E0B0F}" dt="2026-01-08T05:51:25.341" v="233" actId="20577"/>
          <ac:spMkLst>
            <pc:docMk/>
            <pc:sldMk cId="1364853062" sldId="257"/>
            <ac:spMk id="2" creationId="{D4ADAAFB-73AD-0659-5FA1-16D2AD1BBA8F}"/>
          </ac:spMkLst>
        </pc:spChg>
        <pc:spChg chg="add mod">
          <ac:chgData name="Girija Swaminathan" userId="a7bd118d4a1de37a" providerId="LiveId" clId="{3032A659-365F-4A6B-AF9B-9E93B49E0B0F}" dt="2026-01-08T10:57:39.174" v="3690" actId="1076"/>
          <ac:spMkLst>
            <pc:docMk/>
            <pc:sldMk cId="1364853062" sldId="257"/>
            <ac:spMk id="5" creationId="{F19409E7-1F9B-FFEE-E529-212B92220844}"/>
          </ac:spMkLst>
        </pc:spChg>
      </pc:sldChg>
      <pc:sldChg chg="modSp new mod">
        <pc:chgData name="Girija Swaminathan" userId="a7bd118d4a1de37a" providerId="LiveId" clId="{3032A659-365F-4A6B-AF9B-9E93B49E0B0F}" dt="2026-01-08T10:57:33.082" v="3689" actId="1076"/>
        <pc:sldMkLst>
          <pc:docMk/>
          <pc:sldMk cId="3109630885" sldId="258"/>
        </pc:sldMkLst>
        <pc:spChg chg="mod">
          <ac:chgData name="Girija Swaminathan" userId="a7bd118d4a1de37a" providerId="LiveId" clId="{3032A659-365F-4A6B-AF9B-9E93B49E0B0F}" dt="2026-01-08T05:52:01.646" v="240" actId="20577"/>
          <ac:spMkLst>
            <pc:docMk/>
            <pc:sldMk cId="3109630885" sldId="258"/>
            <ac:spMk id="2" creationId="{4CC78BAF-205F-C8D2-2826-E6EB9E5B60FC}"/>
          </ac:spMkLst>
        </pc:spChg>
        <pc:spChg chg="mod">
          <ac:chgData name="Girija Swaminathan" userId="a7bd118d4a1de37a" providerId="LiveId" clId="{3032A659-365F-4A6B-AF9B-9E93B49E0B0F}" dt="2026-01-08T10:57:33.082" v="3689" actId="1076"/>
          <ac:spMkLst>
            <pc:docMk/>
            <pc:sldMk cId="3109630885" sldId="258"/>
            <ac:spMk id="3" creationId="{6EB4D10E-22E7-7050-6128-6B63D3A29F45}"/>
          </ac:spMkLst>
        </pc:spChg>
      </pc:sldChg>
      <pc:sldChg chg="modSp new mod">
        <pc:chgData name="Girija Swaminathan" userId="a7bd118d4a1de37a" providerId="LiveId" clId="{3032A659-365F-4A6B-AF9B-9E93B49E0B0F}" dt="2026-01-08T10:57:26.607" v="3688" actId="1076"/>
        <pc:sldMkLst>
          <pc:docMk/>
          <pc:sldMk cId="1714281215" sldId="259"/>
        </pc:sldMkLst>
        <pc:spChg chg="mod">
          <ac:chgData name="Girija Swaminathan" userId="a7bd118d4a1de37a" providerId="LiveId" clId="{3032A659-365F-4A6B-AF9B-9E93B49E0B0F}" dt="2026-01-08T05:52:35.032" v="247" actId="20577"/>
          <ac:spMkLst>
            <pc:docMk/>
            <pc:sldMk cId="1714281215" sldId="259"/>
            <ac:spMk id="2" creationId="{609859F3-36AD-629A-CA8E-A1E9F2BC5D9D}"/>
          </ac:spMkLst>
        </pc:spChg>
        <pc:spChg chg="mod">
          <ac:chgData name="Girija Swaminathan" userId="a7bd118d4a1de37a" providerId="LiveId" clId="{3032A659-365F-4A6B-AF9B-9E93B49E0B0F}" dt="2026-01-08T10:57:26.607" v="3688" actId="1076"/>
          <ac:spMkLst>
            <pc:docMk/>
            <pc:sldMk cId="1714281215" sldId="259"/>
            <ac:spMk id="3" creationId="{7D763306-49DD-C19B-9C6B-CD304947F142}"/>
          </ac:spMkLst>
        </pc:spChg>
      </pc:sldChg>
      <pc:sldChg chg="addSp modSp new mod">
        <pc:chgData name="Girija Swaminathan" userId="a7bd118d4a1de37a" providerId="LiveId" clId="{3032A659-365F-4A6B-AF9B-9E93B49E0B0F}" dt="2026-01-08T10:58:18.360" v="3695" actId="1076"/>
        <pc:sldMkLst>
          <pc:docMk/>
          <pc:sldMk cId="4106613690" sldId="260"/>
        </pc:sldMkLst>
        <pc:spChg chg="mod">
          <ac:chgData name="Girija Swaminathan" userId="a7bd118d4a1de37a" providerId="LiveId" clId="{3032A659-365F-4A6B-AF9B-9E93B49E0B0F}" dt="2026-01-08T05:53:10.918" v="254" actId="20577"/>
          <ac:spMkLst>
            <pc:docMk/>
            <pc:sldMk cId="4106613690" sldId="260"/>
            <ac:spMk id="2" creationId="{E71B6332-9074-1BBD-03CA-49781D27AC22}"/>
          </ac:spMkLst>
        </pc:spChg>
        <pc:spChg chg="mod">
          <ac:chgData name="Girija Swaminathan" userId="a7bd118d4a1de37a" providerId="LiveId" clId="{3032A659-365F-4A6B-AF9B-9E93B49E0B0F}" dt="2026-01-08T10:58:18.360" v="3695" actId="1076"/>
          <ac:spMkLst>
            <pc:docMk/>
            <pc:sldMk cId="4106613690" sldId="260"/>
            <ac:spMk id="3" creationId="{800459AC-4325-1C6D-3610-CCB3DE2F9691}"/>
          </ac:spMkLst>
        </pc:spChg>
      </pc:sldChg>
      <pc:sldChg chg="modSp new mod">
        <pc:chgData name="Girija Swaminathan" userId="a7bd118d4a1de37a" providerId="LiveId" clId="{3032A659-365F-4A6B-AF9B-9E93B49E0B0F}" dt="2026-01-08T10:57:53.880" v="3691" actId="1076"/>
        <pc:sldMkLst>
          <pc:docMk/>
          <pc:sldMk cId="4087155455" sldId="261"/>
        </pc:sldMkLst>
        <pc:spChg chg="mod">
          <ac:chgData name="Girija Swaminathan" userId="a7bd118d4a1de37a" providerId="LiveId" clId="{3032A659-365F-4A6B-AF9B-9E93B49E0B0F}" dt="2026-01-08T05:54:15.538" v="267" actId="1076"/>
          <ac:spMkLst>
            <pc:docMk/>
            <pc:sldMk cId="4087155455" sldId="261"/>
            <ac:spMk id="2" creationId="{E61763B7-2CE0-9B23-2EC9-81D1BB9B8158}"/>
          </ac:spMkLst>
        </pc:spChg>
        <pc:spChg chg="mod">
          <ac:chgData name="Girija Swaminathan" userId="a7bd118d4a1de37a" providerId="LiveId" clId="{3032A659-365F-4A6B-AF9B-9E93B49E0B0F}" dt="2026-01-08T10:57:53.880" v="3691" actId="1076"/>
          <ac:spMkLst>
            <pc:docMk/>
            <pc:sldMk cId="4087155455" sldId="261"/>
            <ac:spMk id="3" creationId="{3575924D-70B3-7853-3D55-F63BA48AD68E}"/>
          </ac:spMkLst>
        </pc:spChg>
      </pc:sldChg>
      <pc:sldChg chg="modSp new mod modNotesTx">
        <pc:chgData name="Girija Swaminathan" userId="a7bd118d4a1de37a" providerId="LiveId" clId="{3032A659-365F-4A6B-AF9B-9E93B49E0B0F}" dt="2026-01-08T11:28:31.725" v="3746" actId="207"/>
        <pc:sldMkLst>
          <pc:docMk/>
          <pc:sldMk cId="170060615" sldId="262"/>
        </pc:sldMkLst>
        <pc:spChg chg="mod">
          <ac:chgData name="Girija Swaminathan" userId="a7bd118d4a1de37a" providerId="LiveId" clId="{3032A659-365F-4A6B-AF9B-9E93B49E0B0F}" dt="2026-01-08T05:55:00.744" v="280" actId="14100"/>
          <ac:spMkLst>
            <pc:docMk/>
            <pc:sldMk cId="170060615" sldId="262"/>
            <ac:spMk id="2" creationId="{216374A4-83A3-BB73-19ED-074321B4C3A5}"/>
          </ac:spMkLst>
        </pc:spChg>
        <pc:spChg chg="mod">
          <ac:chgData name="Girija Swaminathan" userId="a7bd118d4a1de37a" providerId="LiveId" clId="{3032A659-365F-4A6B-AF9B-9E93B49E0B0F}" dt="2026-01-08T11:28:18.701" v="3745" actId="207"/>
          <ac:spMkLst>
            <pc:docMk/>
            <pc:sldMk cId="170060615" sldId="262"/>
            <ac:spMk id="3" creationId="{352B2C13-5576-3DE0-0942-F233209F978B}"/>
          </ac:spMkLst>
        </pc:spChg>
      </pc:sldChg>
      <pc:sldChg chg="addSp delSp modSp new mod">
        <pc:chgData name="Girija Swaminathan" userId="a7bd118d4a1de37a" providerId="LiveId" clId="{3032A659-365F-4A6B-AF9B-9E93B49E0B0F}" dt="2026-01-08T05:58:04.225" v="338" actId="14100"/>
        <pc:sldMkLst>
          <pc:docMk/>
          <pc:sldMk cId="3228909683" sldId="263"/>
        </pc:sldMkLst>
        <pc:spChg chg="mod">
          <ac:chgData name="Girija Swaminathan" userId="a7bd118d4a1de37a" providerId="LiveId" clId="{3032A659-365F-4A6B-AF9B-9E93B49E0B0F}" dt="2026-01-08T05:56:48.884" v="330" actId="20577"/>
          <ac:spMkLst>
            <pc:docMk/>
            <pc:sldMk cId="3228909683" sldId="263"/>
            <ac:spMk id="2" creationId="{F4F3F6F4-220D-C030-0F98-22F8C9EBB963}"/>
          </ac:spMkLst>
        </pc:spChg>
        <pc:picChg chg="add mod">
          <ac:chgData name="Girija Swaminathan" userId="a7bd118d4a1de37a" providerId="LiveId" clId="{3032A659-365F-4A6B-AF9B-9E93B49E0B0F}" dt="2026-01-08T05:58:04.225" v="338" actId="14100"/>
          <ac:picMkLst>
            <pc:docMk/>
            <pc:sldMk cId="3228909683" sldId="263"/>
            <ac:picMk id="9" creationId="{B8601FE9-622E-EDCA-FE48-43505AD27914}"/>
          </ac:picMkLst>
        </pc:picChg>
      </pc:sldChg>
      <pc:sldChg chg="addSp delSp modSp new mod modClrScheme chgLayout">
        <pc:chgData name="Girija Swaminathan" userId="a7bd118d4a1de37a" providerId="LiveId" clId="{3032A659-365F-4A6B-AF9B-9E93B49E0B0F}" dt="2026-01-08T10:59:06.101" v="3699" actId="14100"/>
        <pc:sldMkLst>
          <pc:docMk/>
          <pc:sldMk cId="2861492788" sldId="264"/>
        </pc:sldMkLst>
        <pc:graphicFrameChg chg="add mod modGraphic">
          <ac:chgData name="Girija Swaminathan" userId="a7bd118d4a1de37a" providerId="LiveId" clId="{3032A659-365F-4A6B-AF9B-9E93B49E0B0F}" dt="2026-01-08T10:58:59.423" v="3698" actId="14100"/>
          <ac:graphicFrameMkLst>
            <pc:docMk/>
            <pc:sldMk cId="2861492788" sldId="264"/>
            <ac:graphicFrameMk id="9" creationId="{3454EC53-E6C3-D4C4-BCFE-17D7A3585780}"/>
          </ac:graphicFrameMkLst>
        </pc:graphicFrameChg>
        <pc:graphicFrameChg chg="add mod modGraphic">
          <ac:chgData name="Girija Swaminathan" userId="a7bd118d4a1de37a" providerId="LiveId" clId="{3032A659-365F-4A6B-AF9B-9E93B49E0B0F}" dt="2026-01-08T10:59:06.101" v="3699" actId="14100"/>
          <ac:graphicFrameMkLst>
            <pc:docMk/>
            <pc:sldMk cId="2861492788" sldId="264"/>
            <ac:graphicFrameMk id="13" creationId="{4F3C2474-9DBE-EA0B-5593-11C1372E9DEB}"/>
          </ac:graphicFrameMkLst>
        </pc:graphicFrameChg>
      </pc:sldChg>
      <pc:sldChg chg="addSp delSp modSp new mod modClrScheme chgLayout">
        <pc:chgData name="Girija Swaminathan" userId="a7bd118d4a1de37a" providerId="LiveId" clId="{3032A659-365F-4A6B-AF9B-9E93B49E0B0F}" dt="2026-01-08T10:55:53.948" v="3681" actId="20577"/>
        <pc:sldMkLst>
          <pc:docMk/>
          <pc:sldMk cId="2123818206" sldId="265"/>
        </pc:sldMkLst>
        <pc:graphicFrameChg chg="add mod modGraphic">
          <ac:chgData name="Girija Swaminathan" userId="a7bd118d4a1de37a" providerId="LiveId" clId="{3032A659-365F-4A6B-AF9B-9E93B49E0B0F}" dt="2026-01-08T10:55:53.948" v="3681" actId="20577"/>
          <ac:graphicFrameMkLst>
            <pc:docMk/>
            <pc:sldMk cId="2123818206" sldId="265"/>
            <ac:graphicFrameMk id="31" creationId="{B92E865C-38C6-BE72-5358-9AB79556A039}"/>
          </ac:graphicFrameMkLst>
        </pc:graphicFrameChg>
      </pc:sldChg>
      <pc:sldChg chg="addSp delSp modSp new mod ord modClrScheme chgLayout">
        <pc:chgData name="Girija Swaminathan" userId="a7bd118d4a1de37a" providerId="LiveId" clId="{3032A659-365F-4A6B-AF9B-9E93B49E0B0F}" dt="2026-01-08T09:23:01.926" v="2342" actId="114"/>
        <pc:sldMkLst>
          <pc:docMk/>
          <pc:sldMk cId="2464563874" sldId="266"/>
        </pc:sldMkLst>
        <pc:spChg chg="add mod ord">
          <ac:chgData name="Girija Swaminathan" userId="a7bd118d4a1de37a" providerId="LiveId" clId="{3032A659-365F-4A6B-AF9B-9E93B49E0B0F}" dt="2026-01-08T09:23:01.926" v="2342" actId="114"/>
          <ac:spMkLst>
            <pc:docMk/>
            <pc:sldMk cId="2464563874" sldId="266"/>
            <ac:spMk id="20" creationId="{0B45E449-22FA-5F58-C2DE-4BA7D1F60550}"/>
          </ac:spMkLst>
        </pc:spChg>
        <pc:picChg chg="add mod">
          <ac:chgData name="Girija Swaminathan" userId="a7bd118d4a1de37a" providerId="LiveId" clId="{3032A659-365F-4A6B-AF9B-9E93B49E0B0F}" dt="2026-01-08T09:21:57.538" v="2305" actId="14100"/>
          <ac:picMkLst>
            <pc:docMk/>
            <pc:sldMk cId="2464563874" sldId="266"/>
            <ac:picMk id="17" creationId="{4AADBCDE-569F-AD0F-92DE-A6E13CCC2349}"/>
          </ac:picMkLst>
        </pc:picChg>
      </pc:sldChg>
      <pc:sldChg chg="addSp delSp modSp new mod">
        <pc:chgData name="Girija Swaminathan" userId="a7bd118d4a1de37a" providerId="LiveId" clId="{3032A659-365F-4A6B-AF9B-9E93B49E0B0F}" dt="2026-01-08T07:09:08.783" v="1458" actId="1076"/>
        <pc:sldMkLst>
          <pc:docMk/>
          <pc:sldMk cId="1265237499" sldId="267"/>
        </pc:sldMkLst>
        <pc:spChg chg="mod">
          <ac:chgData name="Girija Swaminathan" userId="a7bd118d4a1de37a" providerId="LiveId" clId="{3032A659-365F-4A6B-AF9B-9E93B49E0B0F}" dt="2026-01-08T07:09:08.783" v="1458" actId="1076"/>
          <ac:spMkLst>
            <pc:docMk/>
            <pc:sldMk cId="1265237499" sldId="267"/>
            <ac:spMk id="2" creationId="{E00202FF-41D5-D225-B15F-762D8B6EA124}"/>
          </ac:spMkLst>
        </pc:spChg>
        <pc:picChg chg="add mod">
          <ac:chgData name="Girija Swaminathan" userId="a7bd118d4a1de37a" providerId="LiveId" clId="{3032A659-365F-4A6B-AF9B-9E93B49E0B0F}" dt="2026-01-08T07:08:57.702" v="1449" actId="1076"/>
          <ac:picMkLst>
            <pc:docMk/>
            <pc:sldMk cId="1265237499" sldId="267"/>
            <ac:picMk id="5" creationId="{6EF88021-2EE2-61E7-1103-04E0B82F0A90}"/>
          </ac:picMkLst>
        </pc:picChg>
      </pc:sldChg>
      <pc:sldChg chg="addSp delSp modSp new mod modClrScheme chgLayout">
        <pc:chgData name="Girija Swaminathan" userId="a7bd118d4a1de37a" providerId="LiveId" clId="{3032A659-365F-4A6B-AF9B-9E93B49E0B0F}" dt="2026-01-08T07:21:53.989" v="1791" actId="2710"/>
        <pc:sldMkLst>
          <pc:docMk/>
          <pc:sldMk cId="3225013277" sldId="268"/>
        </pc:sldMkLst>
        <pc:graphicFrameChg chg="add mod modGraphic">
          <ac:chgData name="Girija Swaminathan" userId="a7bd118d4a1de37a" providerId="LiveId" clId="{3032A659-365F-4A6B-AF9B-9E93B49E0B0F}" dt="2026-01-08T07:21:53.989" v="1791" actId="2710"/>
          <ac:graphicFrameMkLst>
            <pc:docMk/>
            <pc:sldMk cId="3225013277" sldId="268"/>
            <ac:graphicFrameMk id="5" creationId="{3A204E08-9474-5D6D-5622-54597A43A808}"/>
          </ac:graphicFrameMkLst>
        </pc:graphicFrameChg>
      </pc:sldChg>
      <pc:sldChg chg="addSp delSp modSp new mod modClrScheme chgLayout">
        <pc:chgData name="Girija Swaminathan" userId="a7bd118d4a1de37a" providerId="LiveId" clId="{3032A659-365F-4A6B-AF9B-9E93B49E0B0F}" dt="2026-01-08T10:56:27.773" v="3682"/>
        <pc:sldMkLst>
          <pc:docMk/>
          <pc:sldMk cId="2259648467" sldId="269"/>
        </pc:sldMkLst>
        <pc:graphicFrameChg chg="add mod ord modGraphic">
          <ac:chgData name="Girija Swaminathan" userId="a7bd118d4a1de37a" providerId="LiveId" clId="{3032A659-365F-4A6B-AF9B-9E93B49E0B0F}" dt="2026-01-08T10:56:27.773" v="3682"/>
          <ac:graphicFrameMkLst>
            <pc:docMk/>
            <pc:sldMk cId="2259648467" sldId="269"/>
            <ac:graphicFrameMk id="4" creationId="{43CBCBDC-B8C4-E08E-E607-FBFAAA6ACE59}"/>
          </ac:graphicFrameMkLst>
        </pc:graphicFrameChg>
      </pc:sldChg>
      <pc:sldChg chg="addSp delSp modSp new mod modClrScheme chgLayout">
        <pc:chgData name="Girija Swaminathan" userId="a7bd118d4a1de37a" providerId="LiveId" clId="{3032A659-365F-4A6B-AF9B-9E93B49E0B0F}" dt="2026-01-08T09:42:42.281" v="2556" actId="1076"/>
        <pc:sldMkLst>
          <pc:docMk/>
          <pc:sldMk cId="1086479913" sldId="270"/>
        </pc:sldMkLst>
        <pc:spChg chg="add mod">
          <ac:chgData name="Girija Swaminathan" userId="a7bd118d4a1de37a" providerId="LiveId" clId="{3032A659-365F-4A6B-AF9B-9E93B49E0B0F}" dt="2026-01-08T09:38:53.600" v="2551" actId="14100"/>
          <ac:spMkLst>
            <pc:docMk/>
            <pc:sldMk cId="1086479913" sldId="270"/>
            <ac:spMk id="10" creationId="{593BA080-EE37-7709-60D6-F73DD1F93936}"/>
          </ac:spMkLst>
        </pc:spChg>
        <pc:picChg chg="add mod">
          <ac:chgData name="Girija Swaminathan" userId="a7bd118d4a1de37a" providerId="LiveId" clId="{3032A659-365F-4A6B-AF9B-9E93B49E0B0F}" dt="2026-01-08T09:42:42.281" v="2556" actId="1076"/>
          <ac:picMkLst>
            <pc:docMk/>
            <pc:sldMk cId="1086479913" sldId="270"/>
            <ac:picMk id="12" creationId="{A20B2D54-850A-9FC8-5E16-F918DD7E2E3F}"/>
          </ac:picMkLst>
        </pc:picChg>
      </pc:sldChg>
      <pc:sldChg chg="addSp delSp modSp new mod">
        <pc:chgData name="Girija Swaminathan" userId="a7bd118d4a1de37a" providerId="LiveId" clId="{3032A659-365F-4A6B-AF9B-9E93B49E0B0F}" dt="2026-01-08T11:00:19.194" v="3704" actId="13926"/>
        <pc:sldMkLst>
          <pc:docMk/>
          <pc:sldMk cId="3331504061" sldId="271"/>
        </pc:sldMkLst>
        <pc:spChg chg="mod">
          <ac:chgData name="Girija Swaminathan" userId="a7bd118d4a1de37a" providerId="LiveId" clId="{3032A659-365F-4A6B-AF9B-9E93B49E0B0F}" dt="2026-01-08T09:44:29.484" v="2598" actId="20577"/>
          <ac:spMkLst>
            <pc:docMk/>
            <pc:sldMk cId="3331504061" sldId="271"/>
            <ac:spMk id="2" creationId="{7F484E36-9A38-BC6F-FC45-A50672DFE572}"/>
          </ac:spMkLst>
        </pc:spChg>
        <pc:spChg chg="add mod">
          <ac:chgData name="Girija Swaminathan" userId="a7bd118d4a1de37a" providerId="LiveId" clId="{3032A659-365F-4A6B-AF9B-9E93B49E0B0F}" dt="2026-01-08T09:45:36.293" v="2641" actId="20577"/>
          <ac:spMkLst>
            <pc:docMk/>
            <pc:sldMk cId="3331504061" sldId="271"/>
            <ac:spMk id="10" creationId="{D975A564-0920-1027-FBBE-7561F78B5D57}"/>
          </ac:spMkLst>
        </pc:spChg>
        <pc:spChg chg="add mod">
          <ac:chgData name="Girija Swaminathan" userId="a7bd118d4a1de37a" providerId="LiveId" clId="{3032A659-365F-4A6B-AF9B-9E93B49E0B0F}" dt="2026-01-08T11:00:19.194" v="3704" actId="13926"/>
          <ac:spMkLst>
            <pc:docMk/>
            <pc:sldMk cId="3331504061" sldId="271"/>
            <ac:spMk id="11" creationId="{11420489-9658-D222-64B9-C2B337025263}"/>
          </ac:spMkLst>
        </pc:spChg>
        <pc:picChg chg="add mod ord">
          <ac:chgData name="Girija Swaminathan" userId="a7bd118d4a1de37a" providerId="LiveId" clId="{3032A659-365F-4A6B-AF9B-9E93B49E0B0F}" dt="2026-01-08T09:44:19.122" v="2595" actId="14100"/>
          <ac:picMkLst>
            <pc:docMk/>
            <pc:sldMk cId="3331504061" sldId="271"/>
            <ac:picMk id="5" creationId="{470021C7-D95A-0FE6-9286-D82C6AC9C28E}"/>
          </ac:picMkLst>
        </pc:picChg>
        <pc:picChg chg="add mod">
          <ac:chgData name="Girija Swaminathan" userId="a7bd118d4a1de37a" providerId="LiveId" clId="{3032A659-365F-4A6B-AF9B-9E93B49E0B0F}" dt="2026-01-08T09:50:29.823" v="2753" actId="14100"/>
          <ac:picMkLst>
            <pc:docMk/>
            <pc:sldMk cId="3331504061" sldId="271"/>
            <ac:picMk id="7" creationId="{7E9473AC-F597-9F46-AB70-638C60BEE77F}"/>
          </ac:picMkLst>
        </pc:picChg>
      </pc:sldChg>
      <pc:sldChg chg="addSp delSp modSp new mod">
        <pc:chgData name="Girija Swaminathan" userId="a7bd118d4a1de37a" providerId="LiveId" clId="{3032A659-365F-4A6B-AF9B-9E93B49E0B0F}" dt="2026-01-08T09:51:24.105" v="2786" actId="931"/>
        <pc:sldMkLst>
          <pc:docMk/>
          <pc:sldMk cId="2535724830" sldId="272"/>
        </pc:sldMkLst>
        <pc:spChg chg="mod">
          <ac:chgData name="Girija Swaminathan" userId="a7bd118d4a1de37a" providerId="LiveId" clId="{3032A659-365F-4A6B-AF9B-9E93B49E0B0F}" dt="2026-01-08T09:51:07.645" v="2783" actId="14100"/>
          <ac:spMkLst>
            <pc:docMk/>
            <pc:sldMk cId="2535724830" sldId="272"/>
            <ac:spMk id="2" creationId="{87FD9E88-A413-8D9A-A8F4-BC9C342FC6AA}"/>
          </ac:spMkLst>
        </pc:spChg>
        <pc:picChg chg="add mod">
          <ac:chgData name="Girija Swaminathan" userId="a7bd118d4a1de37a" providerId="LiveId" clId="{3032A659-365F-4A6B-AF9B-9E93B49E0B0F}" dt="2026-01-08T09:51:24.105" v="2786" actId="931"/>
          <ac:picMkLst>
            <pc:docMk/>
            <pc:sldMk cId="2535724830" sldId="272"/>
            <ac:picMk id="5" creationId="{A3AF4A3F-3155-023A-2A31-CA24AC079FDC}"/>
          </ac:picMkLst>
        </pc:picChg>
      </pc:sldChg>
      <pc:sldChg chg="addSp delSp modSp new mod modClrScheme chgLayout">
        <pc:chgData name="Girija Swaminathan" userId="a7bd118d4a1de37a" providerId="LiveId" clId="{3032A659-365F-4A6B-AF9B-9E93B49E0B0F}" dt="2026-01-08T11:01:12.021" v="3730" actId="122"/>
        <pc:sldMkLst>
          <pc:docMk/>
          <pc:sldMk cId="1929471978" sldId="273"/>
        </pc:sldMkLst>
        <pc:graphicFrameChg chg="add mod modGraphic">
          <ac:chgData name="Girija Swaminathan" userId="a7bd118d4a1de37a" providerId="LiveId" clId="{3032A659-365F-4A6B-AF9B-9E93B49E0B0F}" dt="2026-01-08T11:01:12.021" v="3730" actId="122"/>
          <ac:graphicFrameMkLst>
            <pc:docMk/>
            <pc:sldMk cId="1929471978" sldId="273"/>
            <ac:graphicFrameMk id="4" creationId="{E3295626-0539-971E-29EC-F420F601D255}"/>
          </ac:graphicFrameMkLst>
        </pc:graphicFrameChg>
      </pc:sldChg>
      <pc:sldChg chg="addSp delSp modSp new mod modClrScheme chgLayout">
        <pc:chgData name="Girija Swaminathan" userId="a7bd118d4a1de37a" providerId="LiveId" clId="{3032A659-365F-4A6B-AF9B-9E93B49E0B0F}" dt="2026-01-08T11:15:13.006" v="3744" actId="20577"/>
        <pc:sldMkLst>
          <pc:docMk/>
          <pc:sldMk cId="1291922455" sldId="274"/>
        </pc:sldMkLst>
        <pc:graphicFrameChg chg="add mod modGraphic">
          <ac:chgData name="Girija Swaminathan" userId="a7bd118d4a1de37a" providerId="LiveId" clId="{3032A659-365F-4A6B-AF9B-9E93B49E0B0F}" dt="2026-01-08T11:15:13.006" v="3744" actId="20577"/>
          <ac:graphicFrameMkLst>
            <pc:docMk/>
            <pc:sldMk cId="1291922455" sldId="274"/>
            <ac:graphicFrameMk id="4" creationId="{C0DB3275-8081-94CF-22B1-75F80A69FAC0}"/>
          </ac:graphicFrameMkLst>
        </pc:graphicFrameChg>
      </pc:sldChg>
      <pc:sldChg chg="addSp delSp modSp new mod modClrScheme chgLayout">
        <pc:chgData name="Girija Swaminathan" userId="a7bd118d4a1de37a" providerId="LiveId" clId="{3032A659-365F-4A6B-AF9B-9E93B49E0B0F}" dt="2026-01-08T10:23:26.433" v="3270" actId="14100"/>
        <pc:sldMkLst>
          <pc:docMk/>
          <pc:sldMk cId="830503485" sldId="275"/>
        </pc:sldMkLst>
        <pc:picChg chg="add mod">
          <ac:chgData name="Girija Swaminathan" userId="a7bd118d4a1de37a" providerId="LiveId" clId="{3032A659-365F-4A6B-AF9B-9E93B49E0B0F}" dt="2026-01-08T10:17:54.210" v="3256" actId="14100"/>
          <ac:picMkLst>
            <pc:docMk/>
            <pc:sldMk cId="830503485" sldId="275"/>
            <ac:picMk id="15" creationId="{4E01390A-6EEB-2ABB-A3AD-DF7DC4273105}"/>
          </ac:picMkLst>
        </pc:picChg>
        <pc:picChg chg="add mod">
          <ac:chgData name="Girija Swaminathan" userId="a7bd118d4a1de37a" providerId="LiveId" clId="{3032A659-365F-4A6B-AF9B-9E93B49E0B0F}" dt="2026-01-08T10:18:01.365" v="3259" actId="14100"/>
          <ac:picMkLst>
            <pc:docMk/>
            <pc:sldMk cId="830503485" sldId="275"/>
            <ac:picMk id="17" creationId="{6D12E2E4-07F0-8323-240B-5518E35A4DC1}"/>
          </ac:picMkLst>
        </pc:picChg>
        <pc:picChg chg="add mod">
          <ac:chgData name="Girija Swaminathan" userId="a7bd118d4a1de37a" providerId="LiveId" clId="{3032A659-365F-4A6B-AF9B-9E93B49E0B0F}" dt="2026-01-08T10:23:11.250" v="3265" actId="1076"/>
          <ac:picMkLst>
            <pc:docMk/>
            <pc:sldMk cId="830503485" sldId="275"/>
            <ac:picMk id="19" creationId="{8D1C18EF-9E15-01BE-8612-A021B19E9871}"/>
          </ac:picMkLst>
        </pc:picChg>
        <pc:picChg chg="add mod">
          <ac:chgData name="Girija Swaminathan" userId="a7bd118d4a1de37a" providerId="LiveId" clId="{3032A659-365F-4A6B-AF9B-9E93B49E0B0F}" dt="2026-01-08T10:23:26.433" v="3270" actId="14100"/>
          <ac:picMkLst>
            <pc:docMk/>
            <pc:sldMk cId="830503485" sldId="275"/>
            <ac:picMk id="20" creationId="{57594180-3783-6CA2-02A0-1378A1069C1B}"/>
          </ac:picMkLst>
        </pc:picChg>
      </pc:sldChg>
      <pc:sldChg chg="addSp delSp modSp new mod modClrScheme chgLayout">
        <pc:chgData name="Girija Swaminathan" userId="a7bd118d4a1de37a" providerId="LiveId" clId="{3032A659-365F-4A6B-AF9B-9E93B49E0B0F}" dt="2026-01-08T11:00:10.781" v="3703" actId="13926"/>
        <pc:sldMkLst>
          <pc:docMk/>
          <pc:sldMk cId="3963045619" sldId="276"/>
        </pc:sldMkLst>
        <pc:spChg chg="add mod ord">
          <ac:chgData name="Girija Swaminathan" userId="a7bd118d4a1de37a" providerId="LiveId" clId="{3032A659-365F-4A6B-AF9B-9E93B49E0B0F}" dt="2026-01-08T09:35:19.997" v="2530" actId="1076"/>
          <ac:spMkLst>
            <pc:docMk/>
            <pc:sldMk cId="3963045619" sldId="276"/>
            <ac:spMk id="2" creationId="{8EFC5268-4A07-6A51-781A-3C8F22A39951}"/>
          </ac:spMkLst>
        </pc:spChg>
        <pc:spChg chg="add mod ord">
          <ac:chgData name="Girija Swaminathan" userId="a7bd118d4a1de37a" providerId="LiveId" clId="{3032A659-365F-4A6B-AF9B-9E93B49E0B0F}" dt="2026-01-08T11:00:10.781" v="3703" actId="13926"/>
          <ac:spMkLst>
            <pc:docMk/>
            <pc:sldMk cId="3963045619" sldId="276"/>
            <ac:spMk id="5" creationId="{C665F046-A9C0-A4CC-64F8-A5528558A7B4}"/>
          </ac:spMkLst>
        </pc:spChg>
        <pc:picChg chg="add mod">
          <ac:chgData name="Girija Swaminathan" userId="a7bd118d4a1de37a" providerId="LiveId" clId="{3032A659-365F-4A6B-AF9B-9E93B49E0B0F}" dt="2026-01-08T09:35:13.507" v="2528" actId="1076"/>
          <ac:picMkLst>
            <pc:docMk/>
            <pc:sldMk cId="3963045619" sldId="276"/>
            <ac:picMk id="15" creationId="{9E1003E3-E323-4767-E100-7229657314BD}"/>
          </ac:picMkLst>
        </pc:picChg>
      </pc:sldChg>
      <pc:sldChg chg="addSp modSp new mod ord modClrScheme chgLayout">
        <pc:chgData name="Girija Swaminathan" userId="a7bd118d4a1de37a" providerId="LiveId" clId="{3032A659-365F-4A6B-AF9B-9E93B49E0B0F}" dt="2026-01-11T17:11:31.285" v="3748" actId="1076"/>
        <pc:sldMkLst>
          <pc:docMk/>
          <pc:sldMk cId="2782817508" sldId="277"/>
        </pc:sldMkLst>
        <pc:spChg chg="add mod">
          <ac:chgData name="Girija Swaminathan" userId="a7bd118d4a1de37a" providerId="LiveId" clId="{3032A659-365F-4A6B-AF9B-9E93B49E0B0F}" dt="2026-01-11T17:11:31.285" v="3748" actId="1076"/>
          <ac:spMkLst>
            <pc:docMk/>
            <pc:sldMk cId="2782817508" sldId="277"/>
            <ac:spMk id="2" creationId="{E93C39C3-8C2B-F78F-B30B-6B2939A221BF}"/>
          </ac:spMkLst>
        </pc:spChg>
        <pc:picChg chg="add mod">
          <ac:chgData name="Girija Swaminathan" userId="a7bd118d4a1de37a" providerId="LiveId" clId="{3032A659-365F-4A6B-AF9B-9E93B49E0B0F}" dt="2026-01-11T17:11:25.137" v="3747" actId="1076"/>
          <ac:picMkLst>
            <pc:docMk/>
            <pc:sldMk cId="2782817508" sldId="277"/>
            <ac:picMk id="4" creationId="{8E267F62-9E22-DBE1-60F1-CEAC74923D60}"/>
          </ac:picMkLst>
        </pc:picChg>
      </pc:sldChg>
      <pc:sldChg chg="addSp delSp modSp new mod modClrScheme chgLayout">
        <pc:chgData name="Girija Swaminathan" userId="a7bd118d4a1de37a" providerId="LiveId" clId="{3032A659-365F-4A6B-AF9B-9E93B49E0B0F}" dt="2026-01-08T10:48:54.943" v="3536" actId="1076"/>
        <pc:sldMkLst>
          <pc:docMk/>
          <pc:sldMk cId="79470125" sldId="278"/>
        </pc:sldMkLst>
        <pc:spChg chg="add mod">
          <ac:chgData name="Girija Swaminathan" userId="a7bd118d4a1de37a" providerId="LiveId" clId="{3032A659-365F-4A6B-AF9B-9E93B49E0B0F}" dt="2026-01-08T10:34:02.106" v="3399" actId="114"/>
          <ac:spMkLst>
            <pc:docMk/>
            <pc:sldMk cId="79470125" sldId="278"/>
            <ac:spMk id="4" creationId="{01943A2D-8274-A316-59FF-0D3E32A380C8}"/>
          </ac:spMkLst>
        </pc:spChg>
        <pc:spChg chg="add mod">
          <ac:chgData name="Girija Swaminathan" userId="a7bd118d4a1de37a" providerId="LiveId" clId="{3032A659-365F-4A6B-AF9B-9E93B49E0B0F}" dt="2026-01-08T10:48:54.943" v="3536" actId="1076"/>
          <ac:spMkLst>
            <pc:docMk/>
            <pc:sldMk cId="79470125" sldId="278"/>
            <ac:spMk id="5" creationId="{71F47B59-3154-028F-B890-8B1BB18FC042}"/>
          </ac:spMkLst>
        </pc:spChg>
      </pc:sldChg>
      <pc:sldChg chg="addSp delSp modSp new mod modClrScheme chgLayout">
        <pc:chgData name="Girija Swaminathan" userId="a7bd118d4a1de37a" providerId="LiveId" clId="{3032A659-365F-4A6B-AF9B-9E93B49E0B0F}" dt="2026-01-08T10:48:47.478" v="3535" actId="1076"/>
        <pc:sldMkLst>
          <pc:docMk/>
          <pc:sldMk cId="4224508701" sldId="279"/>
        </pc:sldMkLst>
        <pc:spChg chg="add mod ord">
          <ac:chgData name="Girija Swaminathan" userId="a7bd118d4a1de37a" providerId="LiveId" clId="{3032A659-365F-4A6B-AF9B-9E93B49E0B0F}" dt="2026-01-08T10:33:29.719" v="3391" actId="114"/>
          <ac:spMkLst>
            <pc:docMk/>
            <pc:sldMk cId="4224508701" sldId="279"/>
            <ac:spMk id="5" creationId="{CBD355C9-F965-4C6D-BD4E-378A0EAD5E32}"/>
          </ac:spMkLst>
        </pc:spChg>
        <pc:spChg chg="add mod ord">
          <ac:chgData name="Girija Swaminathan" userId="a7bd118d4a1de37a" providerId="LiveId" clId="{3032A659-365F-4A6B-AF9B-9E93B49E0B0F}" dt="2026-01-08T10:48:47.478" v="3535" actId="1076"/>
          <ac:spMkLst>
            <pc:docMk/>
            <pc:sldMk cId="4224508701" sldId="279"/>
            <ac:spMk id="6" creationId="{DBB79535-6FCD-243B-7B21-52586AD9AF72}"/>
          </ac:spMkLst>
        </pc:spChg>
      </pc:sldChg>
      <pc:sldChg chg="addSp delSp modSp new mod modClrScheme chgLayout">
        <pc:chgData name="Girija Swaminathan" userId="a7bd118d4a1de37a" providerId="LiveId" clId="{3032A659-365F-4A6B-AF9B-9E93B49E0B0F}" dt="2026-01-08T11:01:59.371" v="3738" actId="114"/>
        <pc:sldMkLst>
          <pc:docMk/>
          <pc:sldMk cId="3151297066" sldId="280"/>
        </pc:sldMkLst>
        <pc:spChg chg="add mod">
          <ac:chgData name="Girija Swaminathan" userId="a7bd118d4a1de37a" providerId="LiveId" clId="{3032A659-365F-4A6B-AF9B-9E93B49E0B0F}" dt="2026-01-08T11:01:59.371" v="3738" actId="114"/>
          <ac:spMkLst>
            <pc:docMk/>
            <pc:sldMk cId="3151297066" sldId="280"/>
            <ac:spMk id="3" creationId="{0F0B6C8E-411D-921C-6DE8-7DDB05046A51}"/>
          </ac:spMkLst>
        </pc:spChg>
        <pc:spChg chg="add mod">
          <ac:chgData name="Girija Swaminathan" userId="a7bd118d4a1de37a" providerId="LiveId" clId="{3032A659-365F-4A6B-AF9B-9E93B49E0B0F}" dt="2026-01-08T10:48:25.062" v="3533" actId="1076"/>
          <ac:spMkLst>
            <pc:docMk/>
            <pc:sldMk cId="3151297066" sldId="280"/>
            <ac:spMk id="4" creationId="{09CDFD7E-8A58-6E16-41D5-2D392A827305}"/>
          </ac:spMkLst>
        </pc:spChg>
      </pc:sldChg>
      <pc:sldChg chg="addSp modSp new mod modClrScheme chgLayout">
        <pc:chgData name="Girija Swaminathan" userId="a7bd118d4a1de37a" providerId="LiveId" clId="{3032A659-365F-4A6B-AF9B-9E93B49E0B0F}" dt="2026-01-08T11:14:00.069" v="3739" actId="255"/>
        <pc:sldMkLst>
          <pc:docMk/>
          <pc:sldMk cId="2439283022" sldId="281"/>
        </pc:sldMkLst>
        <pc:spChg chg="add mod">
          <ac:chgData name="Girija Swaminathan" userId="a7bd118d4a1de37a" providerId="LiveId" clId="{3032A659-365F-4A6B-AF9B-9E93B49E0B0F}" dt="2026-01-08T10:32:44.073" v="3379" actId="20577"/>
          <ac:spMkLst>
            <pc:docMk/>
            <pc:sldMk cId="2439283022" sldId="281"/>
            <ac:spMk id="2" creationId="{A77708AA-4431-6611-2A79-68FF17AE90DA}"/>
          </ac:spMkLst>
        </pc:spChg>
        <pc:spChg chg="add mod">
          <ac:chgData name="Girija Swaminathan" userId="a7bd118d4a1de37a" providerId="LiveId" clId="{3032A659-365F-4A6B-AF9B-9E93B49E0B0F}" dt="2026-01-08T11:14:00.069" v="3739" actId="255"/>
          <ac:spMkLst>
            <pc:docMk/>
            <pc:sldMk cId="2439283022" sldId="281"/>
            <ac:spMk id="3" creationId="{89799D8E-BDE3-AFB6-EFCD-A8D6EAF9DC30}"/>
          </ac:spMkLst>
        </pc:spChg>
      </pc:sldChg>
      <pc:sldChg chg="addSp delSp modSp new mod modClrScheme chgLayout">
        <pc:chgData name="Girija Swaminathan" userId="a7bd118d4a1de37a" providerId="LiveId" clId="{3032A659-365F-4A6B-AF9B-9E93B49E0B0F}" dt="2026-01-08T10:32:26.952" v="3374" actId="20577"/>
        <pc:sldMkLst>
          <pc:docMk/>
          <pc:sldMk cId="1988575904" sldId="282"/>
        </pc:sldMkLst>
        <pc:spChg chg="add mod">
          <ac:chgData name="Girija Swaminathan" userId="a7bd118d4a1de37a" providerId="LiveId" clId="{3032A659-365F-4A6B-AF9B-9E93B49E0B0F}" dt="2026-01-08T10:32:26.952" v="3374" actId="20577"/>
          <ac:spMkLst>
            <pc:docMk/>
            <pc:sldMk cId="1988575904" sldId="282"/>
            <ac:spMk id="4" creationId="{62FFD615-54E4-174F-C1EA-E5F167E696D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6BE027-8023-4B94-9B2A-A6511AC14FA4}" type="doc">
      <dgm:prSet loTypeId="urn:microsoft.com/office/officeart/2005/8/layout/funnel1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236C972A-FF8B-4CC1-8863-2989F5CF9F66}">
      <dgm:prSet phldrT="[Text]" phldr="0"/>
      <dgm:spPr/>
      <dgm:t>
        <a:bodyPr/>
        <a:lstStyle/>
        <a:p>
          <a:r>
            <a:rPr lang="en-GB" dirty="0"/>
            <a:t>Data Cleaning</a:t>
          </a:r>
          <a:endParaRPr lang="en-IN" dirty="0"/>
        </a:p>
      </dgm:t>
    </dgm:pt>
    <dgm:pt modelId="{FFAD854D-6C21-451B-AA7F-31152084D024}" type="parTrans" cxnId="{6DB619BC-1FA8-4019-9CB7-4CF130D2F941}">
      <dgm:prSet/>
      <dgm:spPr/>
      <dgm:t>
        <a:bodyPr/>
        <a:lstStyle/>
        <a:p>
          <a:endParaRPr lang="en-IN"/>
        </a:p>
      </dgm:t>
    </dgm:pt>
    <dgm:pt modelId="{A6167B03-30CD-4453-A2C1-E28299EA786C}" type="sibTrans" cxnId="{6DB619BC-1FA8-4019-9CB7-4CF130D2F941}">
      <dgm:prSet/>
      <dgm:spPr/>
      <dgm:t>
        <a:bodyPr/>
        <a:lstStyle/>
        <a:p>
          <a:endParaRPr lang="en-IN"/>
        </a:p>
      </dgm:t>
    </dgm:pt>
    <dgm:pt modelId="{AD1030DC-385B-487C-82B1-6DE00CF3FEC4}">
      <dgm:prSet phldrT="[Text]" phldr="0" custT="1"/>
      <dgm:spPr/>
      <dgm:t>
        <a:bodyPr/>
        <a:lstStyle/>
        <a:p>
          <a:r>
            <a:rPr lang="en-GB" sz="2000" dirty="0"/>
            <a:t>Data collection</a:t>
          </a:r>
          <a:endParaRPr lang="en-IN" sz="2000" dirty="0"/>
        </a:p>
      </dgm:t>
    </dgm:pt>
    <dgm:pt modelId="{3F456279-A091-460F-BF95-10FB5C607935}" type="parTrans" cxnId="{5069A357-B960-4BC1-8112-FF44482945CB}">
      <dgm:prSet/>
      <dgm:spPr/>
      <dgm:t>
        <a:bodyPr/>
        <a:lstStyle/>
        <a:p>
          <a:endParaRPr lang="en-IN"/>
        </a:p>
      </dgm:t>
    </dgm:pt>
    <dgm:pt modelId="{4B7E4915-4F43-457A-915B-CECBB5AD8507}" type="sibTrans" cxnId="{5069A357-B960-4BC1-8112-FF44482945CB}">
      <dgm:prSet/>
      <dgm:spPr/>
      <dgm:t>
        <a:bodyPr/>
        <a:lstStyle/>
        <a:p>
          <a:endParaRPr lang="en-IN"/>
        </a:p>
      </dgm:t>
    </dgm:pt>
    <dgm:pt modelId="{277C316A-8E84-4C31-986C-8F2C63399769}">
      <dgm:prSet phldrT="[Text]" phldr="0" custT="1"/>
      <dgm:spPr/>
      <dgm:t>
        <a:bodyPr/>
        <a:lstStyle/>
        <a:p>
          <a:r>
            <a:rPr lang="en-GB" sz="2000" dirty="0"/>
            <a:t>Feature selection</a:t>
          </a:r>
          <a:endParaRPr lang="en-IN" sz="2000" dirty="0"/>
        </a:p>
      </dgm:t>
    </dgm:pt>
    <dgm:pt modelId="{C4948C53-4D5B-4BF1-9096-68900C01F465}" type="parTrans" cxnId="{EDA3F9F2-1CF3-4679-85D7-FB7651285387}">
      <dgm:prSet/>
      <dgm:spPr/>
      <dgm:t>
        <a:bodyPr/>
        <a:lstStyle/>
        <a:p>
          <a:endParaRPr lang="en-IN"/>
        </a:p>
      </dgm:t>
    </dgm:pt>
    <dgm:pt modelId="{C780B026-7331-4B15-B714-65756A5C0425}" type="sibTrans" cxnId="{EDA3F9F2-1CF3-4679-85D7-FB7651285387}">
      <dgm:prSet/>
      <dgm:spPr/>
      <dgm:t>
        <a:bodyPr/>
        <a:lstStyle/>
        <a:p>
          <a:endParaRPr lang="en-IN"/>
        </a:p>
      </dgm:t>
    </dgm:pt>
    <dgm:pt modelId="{5DD04E7B-528E-489E-97C8-53EC65845EA6}">
      <dgm:prSet phldrT="[Text]" phldr="0" custT="1"/>
      <dgm:spPr/>
      <dgm:t>
        <a:bodyPr/>
        <a:lstStyle/>
        <a:p>
          <a:r>
            <a:rPr lang="en-GB" sz="2800" b="1" dirty="0"/>
            <a:t>  Cleaned Data</a:t>
          </a:r>
          <a:endParaRPr lang="en-IN" sz="2800" b="1" dirty="0"/>
        </a:p>
      </dgm:t>
    </dgm:pt>
    <dgm:pt modelId="{5C59F298-2B2C-4554-ACF8-92F7408093D9}" type="parTrans" cxnId="{C44A563C-ED04-4A7B-9554-BE5A6B5A229C}">
      <dgm:prSet/>
      <dgm:spPr/>
      <dgm:t>
        <a:bodyPr/>
        <a:lstStyle/>
        <a:p>
          <a:endParaRPr lang="en-IN"/>
        </a:p>
      </dgm:t>
    </dgm:pt>
    <dgm:pt modelId="{1358F1A6-D407-44CC-B490-255728420E42}" type="sibTrans" cxnId="{C44A563C-ED04-4A7B-9554-BE5A6B5A229C}">
      <dgm:prSet/>
      <dgm:spPr/>
      <dgm:t>
        <a:bodyPr/>
        <a:lstStyle/>
        <a:p>
          <a:endParaRPr lang="en-IN"/>
        </a:p>
      </dgm:t>
    </dgm:pt>
    <dgm:pt modelId="{B0C11501-95D5-4939-B06D-6A243866E711}" type="pres">
      <dgm:prSet presAssocID="{8E6BE027-8023-4B94-9B2A-A6511AC14FA4}" presName="Name0" presStyleCnt="0">
        <dgm:presLayoutVars>
          <dgm:chMax val="4"/>
          <dgm:resizeHandles val="exact"/>
        </dgm:presLayoutVars>
      </dgm:prSet>
      <dgm:spPr/>
    </dgm:pt>
    <dgm:pt modelId="{59CE9F55-E25F-4475-9DAF-4D6E06E34F6F}" type="pres">
      <dgm:prSet presAssocID="{8E6BE027-8023-4B94-9B2A-A6511AC14FA4}" presName="ellipse" presStyleLbl="trBgShp" presStyleIdx="0" presStyleCnt="1"/>
      <dgm:spPr/>
    </dgm:pt>
    <dgm:pt modelId="{39AD1CEA-31CE-4454-9A1F-EEA9DCA868F2}" type="pres">
      <dgm:prSet presAssocID="{8E6BE027-8023-4B94-9B2A-A6511AC14FA4}" presName="arrow1" presStyleLbl="fgShp" presStyleIdx="0" presStyleCnt="1"/>
      <dgm:spPr/>
    </dgm:pt>
    <dgm:pt modelId="{12F64684-5E30-49D4-A236-E867EB596421}" type="pres">
      <dgm:prSet presAssocID="{8E6BE027-8023-4B94-9B2A-A6511AC14FA4}" presName="rectangle" presStyleLbl="revTx" presStyleIdx="0" presStyleCnt="1">
        <dgm:presLayoutVars>
          <dgm:bulletEnabled val="1"/>
        </dgm:presLayoutVars>
      </dgm:prSet>
      <dgm:spPr/>
    </dgm:pt>
    <dgm:pt modelId="{4B8D1222-202E-414D-8C87-9AF08B167CB5}" type="pres">
      <dgm:prSet presAssocID="{AD1030DC-385B-487C-82B1-6DE00CF3FEC4}" presName="item1" presStyleLbl="node1" presStyleIdx="0" presStyleCnt="3">
        <dgm:presLayoutVars>
          <dgm:bulletEnabled val="1"/>
        </dgm:presLayoutVars>
      </dgm:prSet>
      <dgm:spPr/>
    </dgm:pt>
    <dgm:pt modelId="{F3BFBFDD-4087-4681-AA9E-B1C26D2DF808}" type="pres">
      <dgm:prSet presAssocID="{277C316A-8E84-4C31-986C-8F2C63399769}" presName="item2" presStyleLbl="node1" presStyleIdx="1" presStyleCnt="3">
        <dgm:presLayoutVars>
          <dgm:bulletEnabled val="1"/>
        </dgm:presLayoutVars>
      </dgm:prSet>
      <dgm:spPr/>
    </dgm:pt>
    <dgm:pt modelId="{7DE44ACF-0F52-405E-BCDB-8D4BEF45B77F}" type="pres">
      <dgm:prSet presAssocID="{5DD04E7B-528E-489E-97C8-53EC65845EA6}" presName="item3" presStyleLbl="node1" presStyleIdx="2" presStyleCnt="3">
        <dgm:presLayoutVars>
          <dgm:bulletEnabled val="1"/>
        </dgm:presLayoutVars>
      </dgm:prSet>
      <dgm:spPr/>
    </dgm:pt>
    <dgm:pt modelId="{FD017F48-5052-4117-B2A7-C8B6279D168C}" type="pres">
      <dgm:prSet presAssocID="{8E6BE027-8023-4B94-9B2A-A6511AC14FA4}" presName="funnel" presStyleLbl="trAlignAcc1" presStyleIdx="0" presStyleCnt="1"/>
      <dgm:spPr/>
    </dgm:pt>
  </dgm:ptLst>
  <dgm:cxnLst>
    <dgm:cxn modelId="{448FC105-6FE0-4A9A-8F70-E7B05E1E272E}" type="presOf" srcId="{236C972A-FF8B-4CC1-8863-2989F5CF9F66}" destId="{7DE44ACF-0F52-405E-BCDB-8D4BEF45B77F}" srcOrd="0" destOrd="0" presId="urn:microsoft.com/office/officeart/2005/8/layout/funnel1"/>
    <dgm:cxn modelId="{0CFDCC2A-C3C5-4A05-AD40-5A3F7021FFBE}" type="presOf" srcId="{8E6BE027-8023-4B94-9B2A-A6511AC14FA4}" destId="{B0C11501-95D5-4939-B06D-6A243866E711}" srcOrd="0" destOrd="0" presId="urn:microsoft.com/office/officeart/2005/8/layout/funnel1"/>
    <dgm:cxn modelId="{C44A563C-ED04-4A7B-9554-BE5A6B5A229C}" srcId="{8E6BE027-8023-4B94-9B2A-A6511AC14FA4}" destId="{5DD04E7B-528E-489E-97C8-53EC65845EA6}" srcOrd="3" destOrd="0" parTransId="{5C59F298-2B2C-4554-ACF8-92F7408093D9}" sibTransId="{1358F1A6-D407-44CC-B490-255728420E42}"/>
    <dgm:cxn modelId="{5069A357-B960-4BC1-8112-FF44482945CB}" srcId="{8E6BE027-8023-4B94-9B2A-A6511AC14FA4}" destId="{AD1030DC-385B-487C-82B1-6DE00CF3FEC4}" srcOrd="1" destOrd="0" parTransId="{3F456279-A091-460F-BF95-10FB5C607935}" sibTransId="{4B7E4915-4F43-457A-915B-CECBB5AD8507}"/>
    <dgm:cxn modelId="{2586D88D-4688-4323-897E-F7653D692C66}" type="presOf" srcId="{AD1030DC-385B-487C-82B1-6DE00CF3FEC4}" destId="{F3BFBFDD-4087-4681-AA9E-B1C26D2DF808}" srcOrd="0" destOrd="0" presId="urn:microsoft.com/office/officeart/2005/8/layout/funnel1"/>
    <dgm:cxn modelId="{C8E98C90-434D-4371-8BF9-6D682B351513}" type="presOf" srcId="{5DD04E7B-528E-489E-97C8-53EC65845EA6}" destId="{12F64684-5E30-49D4-A236-E867EB596421}" srcOrd="0" destOrd="0" presId="urn:microsoft.com/office/officeart/2005/8/layout/funnel1"/>
    <dgm:cxn modelId="{6DB619BC-1FA8-4019-9CB7-4CF130D2F941}" srcId="{8E6BE027-8023-4B94-9B2A-A6511AC14FA4}" destId="{236C972A-FF8B-4CC1-8863-2989F5CF9F66}" srcOrd="0" destOrd="0" parTransId="{FFAD854D-6C21-451B-AA7F-31152084D024}" sibTransId="{A6167B03-30CD-4453-A2C1-E28299EA786C}"/>
    <dgm:cxn modelId="{0EB336C4-38FB-4D63-8C88-5722279CC985}" type="presOf" srcId="{277C316A-8E84-4C31-986C-8F2C63399769}" destId="{4B8D1222-202E-414D-8C87-9AF08B167CB5}" srcOrd="0" destOrd="0" presId="urn:microsoft.com/office/officeart/2005/8/layout/funnel1"/>
    <dgm:cxn modelId="{EDA3F9F2-1CF3-4679-85D7-FB7651285387}" srcId="{8E6BE027-8023-4B94-9B2A-A6511AC14FA4}" destId="{277C316A-8E84-4C31-986C-8F2C63399769}" srcOrd="2" destOrd="0" parTransId="{C4948C53-4D5B-4BF1-9096-68900C01F465}" sibTransId="{C780B026-7331-4B15-B714-65756A5C0425}"/>
    <dgm:cxn modelId="{18EF9236-5FEE-4F55-A6CF-42E72DC07F61}" type="presParOf" srcId="{B0C11501-95D5-4939-B06D-6A243866E711}" destId="{59CE9F55-E25F-4475-9DAF-4D6E06E34F6F}" srcOrd="0" destOrd="0" presId="urn:microsoft.com/office/officeart/2005/8/layout/funnel1"/>
    <dgm:cxn modelId="{B020B0BE-F8A8-48A0-9C39-8CB5009685E3}" type="presParOf" srcId="{B0C11501-95D5-4939-B06D-6A243866E711}" destId="{39AD1CEA-31CE-4454-9A1F-EEA9DCA868F2}" srcOrd="1" destOrd="0" presId="urn:microsoft.com/office/officeart/2005/8/layout/funnel1"/>
    <dgm:cxn modelId="{8D7EB7FD-7FC6-48A2-80BC-2AF9F4685A8C}" type="presParOf" srcId="{B0C11501-95D5-4939-B06D-6A243866E711}" destId="{12F64684-5E30-49D4-A236-E867EB596421}" srcOrd="2" destOrd="0" presId="urn:microsoft.com/office/officeart/2005/8/layout/funnel1"/>
    <dgm:cxn modelId="{B058944E-23A1-4897-8B95-F6AC8F056948}" type="presParOf" srcId="{B0C11501-95D5-4939-B06D-6A243866E711}" destId="{4B8D1222-202E-414D-8C87-9AF08B167CB5}" srcOrd="3" destOrd="0" presId="urn:microsoft.com/office/officeart/2005/8/layout/funnel1"/>
    <dgm:cxn modelId="{9C3D0A8C-1C3D-4EC8-9418-680F9E315508}" type="presParOf" srcId="{B0C11501-95D5-4939-B06D-6A243866E711}" destId="{F3BFBFDD-4087-4681-AA9E-B1C26D2DF808}" srcOrd="4" destOrd="0" presId="urn:microsoft.com/office/officeart/2005/8/layout/funnel1"/>
    <dgm:cxn modelId="{A5749345-C91C-4536-B6B9-A0E5C1D91D3C}" type="presParOf" srcId="{B0C11501-95D5-4939-B06D-6A243866E711}" destId="{7DE44ACF-0F52-405E-BCDB-8D4BEF45B77F}" srcOrd="5" destOrd="0" presId="urn:microsoft.com/office/officeart/2005/8/layout/funnel1"/>
    <dgm:cxn modelId="{0666587F-1BE3-4D89-A190-929B6B0C4BA9}" type="presParOf" srcId="{B0C11501-95D5-4939-B06D-6A243866E711}" destId="{FD017F48-5052-4117-B2A7-C8B6279D168C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D53C83-D193-4769-84F4-F77AE1EA513A}" type="doc">
      <dgm:prSet loTypeId="urn:microsoft.com/office/officeart/2005/8/layout/funnel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067A78C7-88FB-475D-B95B-45D8A2665741}">
      <dgm:prSet phldrT="[Text]" phldr="0"/>
      <dgm:spPr/>
      <dgm:t>
        <a:bodyPr/>
        <a:lstStyle/>
        <a:p>
          <a:r>
            <a:rPr lang="en-GB" dirty="0"/>
            <a:t>X = Features, Y = Target</a:t>
          </a:r>
          <a:endParaRPr lang="en-IN" dirty="0"/>
        </a:p>
      </dgm:t>
    </dgm:pt>
    <dgm:pt modelId="{F009036B-3786-4AF1-A8FE-96C2C92D03C8}" type="parTrans" cxnId="{6F9B93B5-FA10-4EBE-8680-FBCDE921175E}">
      <dgm:prSet/>
      <dgm:spPr/>
      <dgm:t>
        <a:bodyPr/>
        <a:lstStyle/>
        <a:p>
          <a:endParaRPr lang="en-IN"/>
        </a:p>
      </dgm:t>
    </dgm:pt>
    <dgm:pt modelId="{BE710133-9FBB-4CE1-BF50-88F418D25E73}" type="sibTrans" cxnId="{6F9B93B5-FA10-4EBE-8680-FBCDE921175E}">
      <dgm:prSet/>
      <dgm:spPr/>
      <dgm:t>
        <a:bodyPr/>
        <a:lstStyle/>
        <a:p>
          <a:endParaRPr lang="en-IN"/>
        </a:p>
      </dgm:t>
    </dgm:pt>
    <dgm:pt modelId="{4C3883FC-EF94-4389-8511-4C66C65503F6}">
      <dgm:prSet phldrT="[Text]" phldr="0" custT="1"/>
      <dgm:spPr/>
      <dgm:t>
        <a:bodyPr/>
        <a:lstStyle/>
        <a:p>
          <a:r>
            <a:rPr lang="en-GB" sz="2400" dirty="0"/>
            <a:t>Train Test Split</a:t>
          </a:r>
          <a:endParaRPr lang="en-IN" sz="2400" dirty="0"/>
        </a:p>
      </dgm:t>
    </dgm:pt>
    <dgm:pt modelId="{EDDAA6C6-2CDA-4EEA-B8DF-F6A39F26B2B0}" type="parTrans" cxnId="{E098CB76-3C15-4C74-BA51-71F3C3B6E77C}">
      <dgm:prSet/>
      <dgm:spPr/>
      <dgm:t>
        <a:bodyPr/>
        <a:lstStyle/>
        <a:p>
          <a:endParaRPr lang="en-IN"/>
        </a:p>
      </dgm:t>
    </dgm:pt>
    <dgm:pt modelId="{4BB31726-B559-46AB-9D5B-7E6543A91D63}" type="sibTrans" cxnId="{E098CB76-3C15-4C74-BA51-71F3C3B6E77C}">
      <dgm:prSet/>
      <dgm:spPr/>
      <dgm:t>
        <a:bodyPr/>
        <a:lstStyle/>
        <a:p>
          <a:endParaRPr lang="en-IN"/>
        </a:p>
      </dgm:t>
    </dgm:pt>
    <dgm:pt modelId="{8BA32C2C-DBCE-4287-8269-980AF9569EB6}">
      <dgm:prSet phldrT="[Text]" phldr="0" custT="1"/>
      <dgm:spPr/>
      <dgm:t>
        <a:bodyPr/>
        <a:lstStyle/>
        <a:p>
          <a:r>
            <a:rPr lang="en-GB" sz="2400" dirty="0"/>
            <a:t>Normalization</a:t>
          </a:r>
          <a:endParaRPr lang="en-IN" sz="2400" dirty="0"/>
        </a:p>
      </dgm:t>
    </dgm:pt>
    <dgm:pt modelId="{E9E76813-6560-4CCD-8BF5-BEC25D6E6543}" type="parTrans" cxnId="{7BB3DAE0-8D15-4BDE-9DA2-F31F60875C71}">
      <dgm:prSet/>
      <dgm:spPr/>
      <dgm:t>
        <a:bodyPr/>
        <a:lstStyle/>
        <a:p>
          <a:endParaRPr lang="en-IN"/>
        </a:p>
      </dgm:t>
    </dgm:pt>
    <dgm:pt modelId="{504D578E-1166-49F8-93C9-C00E646C2725}" type="sibTrans" cxnId="{7BB3DAE0-8D15-4BDE-9DA2-F31F60875C71}">
      <dgm:prSet/>
      <dgm:spPr/>
      <dgm:t>
        <a:bodyPr/>
        <a:lstStyle/>
        <a:p>
          <a:endParaRPr lang="en-IN"/>
        </a:p>
      </dgm:t>
    </dgm:pt>
    <dgm:pt modelId="{CEA12827-FCC0-407D-9EBD-A20388A6698B}">
      <dgm:prSet phldrT="[Text]" phldr="0"/>
      <dgm:spPr/>
      <dgm:t>
        <a:bodyPr/>
        <a:lstStyle/>
        <a:p>
          <a:r>
            <a:rPr lang="en-GB" b="1" dirty="0"/>
            <a:t>Ready for model Training</a:t>
          </a:r>
          <a:endParaRPr lang="en-IN" b="1" dirty="0"/>
        </a:p>
      </dgm:t>
    </dgm:pt>
    <dgm:pt modelId="{292D0019-958E-4E0A-8594-956B8C47020D}" type="parTrans" cxnId="{1AC8B0CA-4A29-45BE-B52B-7FAE6F245963}">
      <dgm:prSet/>
      <dgm:spPr/>
      <dgm:t>
        <a:bodyPr/>
        <a:lstStyle/>
        <a:p>
          <a:endParaRPr lang="en-IN"/>
        </a:p>
      </dgm:t>
    </dgm:pt>
    <dgm:pt modelId="{C989076A-FD42-4687-851F-B8B3A7746956}" type="sibTrans" cxnId="{1AC8B0CA-4A29-45BE-B52B-7FAE6F245963}">
      <dgm:prSet/>
      <dgm:spPr/>
      <dgm:t>
        <a:bodyPr/>
        <a:lstStyle/>
        <a:p>
          <a:endParaRPr lang="en-IN"/>
        </a:p>
      </dgm:t>
    </dgm:pt>
    <dgm:pt modelId="{544414F5-E353-4028-9333-5AEAE8638F5E}" type="pres">
      <dgm:prSet presAssocID="{05D53C83-D193-4769-84F4-F77AE1EA513A}" presName="Name0" presStyleCnt="0">
        <dgm:presLayoutVars>
          <dgm:chMax val="4"/>
          <dgm:resizeHandles val="exact"/>
        </dgm:presLayoutVars>
      </dgm:prSet>
      <dgm:spPr/>
    </dgm:pt>
    <dgm:pt modelId="{2B60E1E1-75A4-4781-A96B-F178B4724C3D}" type="pres">
      <dgm:prSet presAssocID="{05D53C83-D193-4769-84F4-F77AE1EA513A}" presName="ellipse" presStyleLbl="trBgShp" presStyleIdx="0" presStyleCnt="1"/>
      <dgm:spPr/>
    </dgm:pt>
    <dgm:pt modelId="{D135F097-E1E0-4426-B7DF-D224FD2B002B}" type="pres">
      <dgm:prSet presAssocID="{05D53C83-D193-4769-84F4-F77AE1EA513A}" presName="arrow1" presStyleLbl="fgShp" presStyleIdx="0" presStyleCnt="1"/>
      <dgm:spPr/>
    </dgm:pt>
    <dgm:pt modelId="{7D27B8B7-C7D9-4FBC-90C1-917DDC8C9C40}" type="pres">
      <dgm:prSet presAssocID="{05D53C83-D193-4769-84F4-F77AE1EA513A}" presName="rectangle" presStyleLbl="revTx" presStyleIdx="0" presStyleCnt="1">
        <dgm:presLayoutVars>
          <dgm:bulletEnabled val="1"/>
        </dgm:presLayoutVars>
      </dgm:prSet>
      <dgm:spPr/>
    </dgm:pt>
    <dgm:pt modelId="{58C38171-6658-4A34-8819-EB8355D692E3}" type="pres">
      <dgm:prSet presAssocID="{4C3883FC-EF94-4389-8511-4C66C65503F6}" presName="item1" presStyleLbl="node1" presStyleIdx="0" presStyleCnt="3">
        <dgm:presLayoutVars>
          <dgm:bulletEnabled val="1"/>
        </dgm:presLayoutVars>
      </dgm:prSet>
      <dgm:spPr/>
    </dgm:pt>
    <dgm:pt modelId="{5C671778-AD57-46F5-A7B9-858CD5E7A338}" type="pres">
      <dgm:prSet presAssocID="{8BA32C2C-DBCE-4287-8269-980AF9569EB6}" presName="item2" presStyleLbl="node1" presStyleIdx="1" presStyleCnt="3">
        <dgm:presLayoutVars>
          <dgm:bulletEnabled val="1"/>
        </dgm:presLayoutVars>
      </dgm:prSet>
      <dgm:spPr/>
    </dgm:pt>
    <dgm:pt modelId="{55CA9B40-4145-4D53-8528-CFF5CCE9F80A}" type="pres">
      <dgm:prSet presAssocID="{CEA12827-FCC0-407D-9EBD-A20388A6698B}" presName="item3" presStyleLbl="node1" presStyleIdx="2" presStyleCnt="3">
        <dgm:presLayoutVars>
          <dgm:bulletEnabled val="1"/>
        </dgm:presLayoutVars>
      </dgm:prSet>
      <dgm:spPr/>
    </dgm:pt>
    <dgm:pt modelId="{CBF0980B-CDD4-44B5-AAD0-B4C31308F2AA}" type="pres">
      <dgm:prSet presAssocID="{05D53C83-D193-4769-84F4-F77AE1EA513A}" presName="funnel" presStyleLbl="trAlignAcc1" presStyleIdx="0" presStyleCnt="1" custLinFactNeighborY="-1127"/>
      <dgm:spPr/>
    </dgm:pt>
  </dgm:ptLst>
  <dgm:cxnLst>
    <dgm:cxn modelId="{F181D103-FCA4-485C-B52C-0DCD97E059F2}" type="presOf" srcId="{4C3883FC-EF94-4389-8511-4C66C65503F6}" destId="{5C671778-AD57-46F5-A7B9-858CD5E7A338}" srcOrd="0" destOrd="0" presId="urn:microsoft.com/office/officeart/2005/8/layout/funnel1"/>
    <dgm:cxn modelId="{890E093E-8B6E-4912-8A85-65A83F718DAC}" type="presOf" srcId="{8BA32C2C-DBCE-4287-8269-980AF9569EB6}" destId="{58C38171-6658-4A34-8819-EB8355D692E3}" srcOrd="0" destOrd="0" presId="urn:microsoft.com/office/officeart/2005/8/layout/funnel1"/>
    <dgm:cxn modelId="{E098CB76-3C15-4C74-BA51-71F3C3B6E77C}" srcId="{05D53C83-D193-4769-84F4-F77AE1EA513A}" destId="{4C3883FC-EF94-4389-8511-4C66C65503F6}" srcOrd="1" destOrd="0" parTransId="{EDDAA6C6-2CDA-4EEA-B8DF-F6A39F26B2B0}" sibTransId="{4BB31726-B559-46AB-9D5B-7E6543A91D63}"/>
    <dgm:cxn modelId="{6F9B93B5-FA10-4EBE-8680-FBCDE921175E}" srcId="{05D53C83-D193-4769-84F4-F77AE1EA513A}" destId="{067A78C7-88FB-475D-B95B-45D8A2665741}" srcOrd="0" destOrd="0" parTransId="{F009036B-3786-4AF1-A8FE-96C2C92D03C8}" sibTransId="{BE710133-9FBB-4CE1-BF50-88F418D25E73}"/>
    <dgm:cxn modelId="{652432C3-281E-41F2-A6A5-20E6472DC358}" type="presOf" srcId="{CEA12827-FCC0-407D-9EBD-A20388A6698B}" destId="{7D27B8B7-C7D9-4FBC-90C1-917DDC8C9C40}" srcOrd="0" destOrd="0" presId="urn:microsoft.com/office/officeart/2005/8/layout/funnel1"/>
    <dgm:cxn modelId="{1AC8B0CA-4A29-45BE-B52B-7FAE6F245963}" srcId="{05D53C83-D193-4769-84F4-F77AE1EA513A}" destId="{CEA12827-FCC0-407D-9EBD-A20388A6698B}" srcOrd="3" destOrd="0" parTransId="{292D0019-958E-4E0A-8594-956B8C47020D}" sibTransId="{C989076A-FD42-4687-851F-B8B3A7746956}"/>
    <dgm:cxn modelId="{737F29CB-8E51-4162-BDFB-7FA99B096F3D}" type="presOf" srcId="{067A78C7-88FB-475D-B95B-45D8A2665741}" destId="{55CA9B40-4145-4D53-8528-CFF5CCE9F80A}" srcOrd="0" destOrd="0" presId="urn:microsoft.com/office/officeart/2005/8/layout/funnel1"/>
    <dgm:cxn modelId="{E0A03AD3-5AEE-414B-8A51-8174AC70945B}" type="presOf" srcId="{05D53C83-D193-4769-84F4-F77AE1EA513A}" destId="{544414F5-E353-4028-9333-5AEAE8638F5E}" srcOrd="0" destOrd="0" presId="urn:microsoft.com/office/officeart/2005/8/layout/funnel1"/>
    <dgm:cxn modelId="{7BB3DAE0-8D15-4BDE-9DA2-F31F60875C71}" srcId="{05D53C83-D193-4769-84F4-F77AE1EA513A}" destId="{8BA32C2C-DBCE-4287-8269-980AF9569EB6}" srcOrd="2" destOrd="0" parTransId="{E9E76813-6560-4CCD-8BF5-BEC25D6E6543}" sibTransId="{504D578E-1166-49F8-93C9-C00E646C2725}"/>
    <dgm:cxn modelId="{C3CBD732-6A33-45D5-81CF-E3ED76649132}" type="presParOf" srcId="{544414F5-E353-4028-9333-5AEAE8638F5E}" destId="{2B60E1E1-75A4-4781-A96B-F178B4724C3D}" srcOrd="0" destOrd="0" presId="urn:microsoft.com/office/officeart/2005/8/layout/funnel1"/>
    <dgm:cxn modelId="{B11D9E14-C0E6-43D0-A34E-9DDC42DD6DC5}" type="presParOf" srcId="{544414F5-E353-4028-9333-5AEAE8638F5E}" destId="{D135F097-E1E0-4426-B7DF-D224FD2B002B}" srcOrd="1" destOrd="0" presId="urn:microsoft.com/office/officeart/2005/8/layout/funnel1"/>
    <dgm:cxn modelId="{C822CEA9-FF68-497E-9739-92FF76AD3447}" type="presParOf" srcId="{544414F5-E353-4028-9333-5AEAE8638F5E}" destId="{7D27B8B7-C7D9-4FBC-90C1-917DDC8C9C40}" srcOrd="2" destOrd="0" presId="urn:microsoft.com/office/officeart/2005/8/layout/funnel1"/>
    <dgm:cxn modelId="{6F1B9F8C-D17A-4B41-B753-DD8B517A0303}" type="presParOf" srcId="{544414F5-E353-4028-9333-5AEAE8638F5E}" destId="{58C38171-6658-4A34-8819-EB8355D692E3}" srcOrd="3" destOrd="0" presId="urn:microsoft.com/office/officeart/2005/8/layout/funnel1"/>
    <dgm:cxn modelId="{33108422-ADA9-446E-8C65-5CD2DA3E5603}" type="presParOf" srcId="{544414F5-E353-4028-9333-5AEAE8638F5E}" destId="{5C671778-AD57-46F5-A7B9-858CD5E7A338}" srcOrd="4" destOrd="0" presId="urn:microsoft.com/office/officeart/2005/8/layout/funnel1"/>
    <dgm:cxn modelId="{D38ED623-AB6E-41F3-9CC3-31088A87855E}" type="presParOf" srcId="{544414F5-E353-4028-9333-5AEAE8638F5E}" destId="{55CA9B40-4145-4D53-8528-CFF5CCE9F80A}" srcOrd="5" destOrd="0" presId="urn:microsoft.com/office/officeart/2005/8/layout/funnel1"/>
    <dgm:cxn modelId="{562FE2D8-AE67-496A-9649-7F3AB06D1194}" type="presParOf" srcId="{544414F5-E353-4028-9333-5AEAE8638F5E}" destId="{CBF0980B-CDD4-44B5-AAD0-B4C31308F2AA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ED3F3B-C951-40EF-B594-DB1D4B134E28}" type="doc">
      <dgm:prSet loTypeId="urn:microsoft.com/office/officeart/2005/8/layout/radial5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9D080BCC-83C8-4FFF-9D30-DDA4E9944B43}">
      <dgm:prSet phldrT="[Text]" phldr="0"/>
      <dgm:spPr/>
      <dgm:t>
        <a:bodyPr/>
        <a:lstStyle/>
        <a:p>
          <a:r>
            <a:rPr lang="en-GB" b="1" dirty="0"/>
            <a:t>Models</a:t>
          </a:r>
          <a:endParaRPr lang="en-IN" b="1" dirty="0"/>
        </a:p>
      </dgm:t>
    </dgm:pt>
    <dgm:pt modelId="{3C182B0F-4867-45D0-9E53-6BA71B4571FD}" type="parTrans" cxnId="{8331E70A-5DB4-45CD-8FB1-9A1EB9A798E7}">
      <dgm:prSet/>
      <dgm:spPr/>
      <dgm:t>
        <a:bodyPr/>
        <a:lstStyle/>
        <a:p>
          <a:endParaRPr lang="en-IN"/>
        </a:p>
      </dgm:t>
    </dgm:pt>
    <dgm:pt modelId="{39418F08-DF9C-42E4-A41A-6F36461DBB0A}" type="sibTrans" cxnId="{8331E70A-5DB4-45CD-8FB1-9A1EB9A798E7}">
      <dgm:prSet/>
      <dgm:spPr/>
      <dgm:t>
        <a:bodyPr/>
        <a:lstStyle/>
        <a:p>
          <a:endParaRPr lang="en-IN"/>
        </a:p>
      </dgm:t>
    </dgm:pt>
    <dgm:pt modelId="{71E6DF9A-8D02-42DA-936E-4822F694A51A}">
      <dgm:prSet phldrT="[Text]" phldr="0" custT="1"/>
      <dgm:spPr/>
      <dgm:t>
        <a:bodyPr/>
        <a:lstStyle/>
        <a:p>
          <a:r>
            <a:rPr lang="en-GB" sz="2400" b="1" dirty="0"/>
            <a:t>Logistic Regression</a:t>
          </a:r>
        </a:p>
        <a:p>
          <a:r>
            <a:rPr lang="en-GB" sz="1400" b="1" dirty="0"/>
            <a:t>ACCURACY : 91%</a:t>
          </a:r>
        </a:p>
        <a:p>
          <a:r>
            <a:rPr lang="en-GB" sz="1400" dirty="0"/>
            <a:t>Precision – 90%</a:t>
          </a:r>
        </a:p>
        <a:p>
          <a:r>
            <a:rPr lang="en-GB" sz="1400" dirty="0"/>
            <a:t>Recall – 97%</a:t>
          </a:r>
        </a:p>
        <a:p>
          <a:r>
            <a:rPr lang="en-GB" sz="1400" dirty="0"/>
            <a:t>F1_score – 94%</a:t>
          </a:r>
        </a:p>
        <a:p>
          <a:r>
            <a:rPr lang="en-GB" sz="1400" dirty="0"/>
            <a:t>AUC_ROC – 91%</a:t>
          </a:r>
        </a:p>
        <a:p>
          <a:endParaRPr lang="en-IN" sz="1200" dirty="0"/>
        </a:p>
      </dgm:t>
    </dgm:pt>
    <dgm:pt modelId="{EFD1DD65-62F9-4173-B7B5-ACC9C5246844}" type="parTrans" cxnId="{EAC4F5BB-C1CF-40E5-B492-B3F2ADFB4628}">
      <dgm:prSet/>
      <dgm:spPr/>
      <dgm:t>
        <a:bodyPr/>
        <a:lstStyle/>
        <a:p>
          <a:endParaRPr lang="en-IN"/>
        </a:p>
      </dgm:t>
    </dgm:pt>
    <dgm:pt modelId="{BA14C203-A5BF-47E0-ADFF-2998F48D700E}" type="sibTrans" cxnId="{EAC4F5BB-C1CF-40E5-B492-B3F2ADFB4628}">
      <dgm:prSet/>
      <dgm:spPr/>
      <dgm:t>
        <a:bodyPr/>
        <a:lstStyle/>
        <a:p>
          <a:endParaRPr lang="en-IN"/>
        </a:p>
      </dgm:t>
    </dgm:pt>
    <dgm:pt modelId="{522EFB3D-3069-41F1-9B0F-8E2EACE85C6C}">
      <dgm:prSet phldrT="[Text]" phldr="0" custT="1"/>
      <dgm:spPr/>
      <dgm:t>
        <a:bodyPr/>
        <a:lstStyle/>
        <a:p>
          <a:r>
            <a:rPr lang="en-GB" sz="2800" b="1" dirty="0"/>
            <a:t>GBC</a:t>
          </a:r>
        </a:p>
        <a:p>
          <a:r>
            <a:rPr lang="en-GB" sz="1400" b="1" dirty="0"/>
            <a:t>ACCURACY : 90%</a:t>
          </a:r>
        </a:p>
        <a:p>
          <a:r>
            <a:rPr lang="en-GB" sz="1400" dirty="0"/>
            <a:t>Precision – 90%</a:t>
          </a:r>
        </a:p>
        <a:p>
          <a:r>
            <a:rPr lang="en-GB" sz="1400" dirty="0"/>
            <a:t>Recall – 90%</a:t>
          </a:r>
        </a:p>
        <a:p>
          <a:r>
            <a:rPr lang="en-GB" sz="1400" dirty="0"/>
            <a:t>F1_score –89%</a:t>
          </a:r>
        </a:p>
        <a:p>
          <a:r>
            <a:rPr lang="en-GB" sz="1400" dirty="0"/>
            <a:t>AUC_ROC –  96%</a:t>
          </a:r>
          <a:endParaRPr lang="en-IN" sz="1400" dirty="0"/>
        </a:p>
      </dgm:t>
    </dgm:pt>
    <dgm:pt modelId="{3172904A-523B-4136-94EC-9C1A33312A34}" type="parTrans" cxnId="{F6C700FF-3705-4E37-B080-505E52800FA9}">
      <dgm:prSet/>
      <dgm:spPr/>
      <dgm:t>
        <a:bodyPr/>
        <a:lstStyle/>
        <a:p>
          <a:endParaRPr lang="en-IN"/>
        </a:p>
      </dgm:t>
    </dgm:pt>
    <dgm:pt modelId="{F1B44DEF-7911-49A1-A2DB-C053561FF2B1}" type="sibTrans" cxnId="{F6C700FF-3705-4E37-B080-505E52800FA9}">
      <dgm:prSet/>
      <dgm:spPr/>
      <dgm:t>
        <a:bodyPr/>
        <a:lstStyle/>
        <a:p>
          <a:endParaRPr lang="en-IN"/>
        </a:p>
      </dgm:t>
    </dgm:pt>
    <dgm:pt modelId="{F8A6E129-6AD8-4A46-AF09-935BB61D27ED}">
      <dgm:prSet phldrT="[Text]" phldr="0" custT="1"/>
      <dgm:spPr/>
      <dgm:t>
        <a:bodyPr/>
        <a:lstStyle/>
        <a:p>
          <a:r>
            <a:rPr lang="en-GB" sz="2400" b="1" dirty="0"/>
            <a:t>XGBC</a:t>
          </a:r>
        </a:p>
        <a:p>
          <a:r>
            <a:rPr lang="en-GB" sz="1400" b="1" dirty="0"/>
            <a:t>ACCURACY : 94</a:t>
          </a:r>
          <a:r>
            <a:rPr lang="en-GB" sz="1400" dirty="0"/>
            <a:t>%</a:t>
          </a:r>
          <a:endParaRPr lang="en-GB" sz="1400" b="1" dirty="0"/>
        </a:p>
        <a:p>
          <a:r>
            <a:rPr lang="en-GB" sz="1400" dirty="0"/>
            <a:t>Precision – 94%</a:t>
          </a:r>
        </a:p>
        <a:p>
          <a:r>
            <a:rPr lang="en-GB" sz="1400" dirty="0"/>
            <a:t>Recall – 100%</a:t>
          </a:r>
        </a:p>
        <a:p>
          <a:r>
            <a:rPr lang="en-GB" sz="1400" dirty="0"/>
            <a:t>F1_score – 94%</a:t>
          </a:r>
        </a:p>
        <a:p>
          <a:r>
            <a:rPr lang="en-GB" sz="1400" dirty="0"/>
            <a:t>AUC_ROC – 96%</a:t>
          </a:r>
          <a:endParaRPr lang="en-IN" sz="1400" dirty="0"/>
        </a:p>
      </dgm:t>
    </dgm:pt>
    <dgm:pt modelId="{35F57900-F6B6-4A72-BCCB-D7EBB7CC3798}" type="parTrans" cxnId="{B20BFA47-A09E-4C30-B1EE-CB926EC54FE4}">
      <dgm:prSet/>
      <dgm:spPr/>
      <dgm:t>
        <a:bodyPr/>
        <a:lstStyle/>
        <a:p>
          <a:endParaRPr lang="en-IN"/>
        </a:p>
      </dgm:t>
    </dgm:pt>
    <dgm:pt modelId="{6D7B4F3F-3E7D-484D-8187-45769931856A}" type="sibTrans" cxnId="{B20BFA47-A09E-4C30-B1EE-CB926EC54FE4}">
      <dgm:prSet/>
      <dgm:spPr/>
      <dgm:t>
        <a:bodyPr/>
        <a:lstStyle/>
        <a:p>
          <a:endParaRPr lang="en-IN"/>
        </a:p>
      </dgm:t>
    </dgm:pt>
    <dgm:pt modelId="{5CD191F8-2CEA-473B-8DD1-04EFF823F2C7}">
      <dgm:prSet phldrT="[Text]" phldr="0" custT="1"/>
      <dgm:spPr/>
      <dgm:t>
        <a:bodyPr/>
        <a:lstStyle/>
        <a:p>
          <a:r>
            <a:rPr lang="en-GB" sz="2800" b="1" dirty="0"/>
            <a:t>Random Forest</a:t>
          </a:r>
        </a:p>
        <a:p>
          <a:r>
            <a:rPr lang="en-GB" sz="1400" b="1" dirty="0"/>
            <a:t>ACCURACY : 94%</a:t>
          </a:r>
        </a:p>
        <a:p>
          <a:r>
            <a:rPr lang="en-GB" sz="1400" dirty="0"/>
            <a:t>Precision – 92%</a:t>
          </a:r>
        </a:p>
        <a:p>
          <a:r>
            <a:rPr lang="en-GB" sz="1400" dirty="0"/>
            <a:t>Recall – 94%</a:t>
          </a:r>
        </a:p>
        <a:p>
          <a:r>
            <a:rPr lang="en-GB" sz="1400" dirty="0"/>
            <a:t>F1_score –94%</a:t>
          </a:r>
        </a:p>
        <a:p>
          <a:r>
            <a:rPr lang="en-GB" sz="1400" dirty="0"/>
            <a:t>AUC_ROC – 94%</a:t>
          </a:r>
        </a:p>
        <a:p>
          <a:endParaRPr lang="en-IN" sz="1200" dirty="0"/>
        </a:p>
      </dgm:t>
    </dgm:pt>
    <dgm:pt modelId="{946EF0DD-A016-4F8E-8C45-560BC66B1B87}" type="parTrans" cxnId="{DD822311-0304-4B8E-8C1B-FF1569DCD655}">
      <dgm:prSet/>
      <dgm:spPr/>
      <dgm:t>
        <a:bodyPr/>
        <a:lstStyle/>
        <a:p>
          <a:endParaRPr lang="en-IN"/>
        </a:p>
      </dgm:t>
    </dgm:pt>
    <dgm:pt modelId="{32274D4C-A664-4556-905A-DD2EC9B0808D}" type="sibTrans" cxnId="{DD822311-0304-4B8E-8C1B-FF1569DCD655}">
      <dgm:prSet/>
      <dgm:spPr/>
      <dgm:t>
        <a:bodyPr/>
        <a:lstStyle/>
        <a:p>
          <a:endParaRPr lang="en-IN"/>
        </a:p>
      </dgm:t>
    </dgm:pt>
    <dgm:pt modelId="{0A68CCE9-7B10-4F80-B530-6077DFB2C07C}" type="pres">
      <dgm:prSet presAssocID="{C0ED3F3B-C951-40EF-B594-DB1D4B134E28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759E49E-E941-4C0E-A981-1A8D585496EF}" type="pres">
      <dgm:prSet presAssocID="{9D080BCC-83C8-4FFF-9D30-DDA4E9944B43}" presName="centerShape" presStyleLbl="node0" presStyleIdx="0" presStyleCnt="1"/>
      <dgm:spPr/>
    </dgm:pt>
    <dgm:pt modelId="{C155B7D1-A8A8-495A-8288-7FB664A5CA52}" type="pres">
      <dgm:prSet presAssocID="{EFD1DD65-62F9-4173-B7B5-ACC9C5246844}" presName="parTrans" presStyleLbl="sibTrans2D1" presStyleIdx="0" presStyleCnt="4"/>
      <dgm:spPr/>
    </dgm:pt>
    <dgm:pt modelId="{6E93A4F6-F307-4666-B57A-179BC95642B1}" type="pres">
      <dgm:prSet presAssocID="{EFD1DD65-62F9-4173-B7B5-ACC9C5246844}" presName="connectorText" presStyleLbl="sibTrans2D1" presStyleIdx="0" presStyleCnt="4"/>
      <dgm:spPr/>
    </dgm:pt>
    <dgm:pt modelId="{15F8E463-232D-4F0B-A73D-3D34D73D9BF9}" type="pres">
      <dgm:prSet presAssocID="{71E6DF9A-8D02-42DA-936E-4822F694A51A}" presName="node" presStyleLbl="node1" presStyleIdx="0" presStyleCnt="4" custScaleX="287718" custScaleY="106460" custRadScaleRad="101382" custRadScaleInc="7939">
        <dgm:presLayoutVars>
          <dgm:bulletEnabled val="1"/>
        </dgm:presLayoutVars>
      </dgm:prSet>
      <dgm:spPr/>
    </dgm:pt>
    <dgm:pt modelId="{2EF446CE-19A0-4673-A97A-F9B63B7D0ADF}" type="pres">
      <dgm:prSet presAssocID="{3172904A-523B-4136-94EC-9C1A33312A34}" presName="parTrans" presStyleLbl="sibTrans2D1" presStyleIdx="1" presStyleCnt="4"/>
      <dgm:spPr/>
    </dgm:pt>
    <dgm:pt modelId="{88829744-77AC-4760-B7D8-8C3E836C29DC}" type="pres">
      <dgm:prSet presAssocID="{3172904A-523B-4136-94EC-9C1A33312A34}" presName="connectorText" presStyleLbl="sibTrans2D1" presStyleIdx="1" presStyleCnt="4"/>
      <dgm:spPr/>
    </dgm:pt>
    <dgm:pt modelId="{0DBA5942-9A14-4359-85EE-AFC71BB51AE4}" type="pres">
      <dgm:prSet presAssocID="{522EFB3D-3069-41F1-9B0F-8E2EACE85C6C}" presName="node" presStyleLbl="node1" presStyleIdx="1" presStyleCnt="4" custScaleX="275648" custScaleY="117050" custRadScaleRad="150550" custRadScaleInc="1586">
        <dgm:presLayoutVars>
          <dgm:bulletEnabled val="1"/>
        </dgm:presLayoutVars>
      </dgm:prSet>
      <dgm:spPr/>
    </dgm:pt>
    <dgm:pt modelId="{CB0A633D-7D56-474B-962A-DC6D59107A8F}" type="pres">
      <dgm:prSet presAssocID="{35F57900-F6B6-4A72-BCCB-D7EBB7CC3798}" presName="parTrans" presStyleLbl="sibTrans2D1" presStyleIdx="2" presStyleCnt="4"/>
      <dgm:spPr/>
    </dgm:pt>
    <dgm:pt modelId="{A1EFF450-3344-431E-A83E-E22696606AB1}" type="pres">
      <dgm:prSet presAssocID="{35F57900-F6B6-4A72-BCCB-D7EBB7CC3798}" presName="connectorText" presStyleLbl="sibTrans2D1" presStyleIdx="2" presStyleCnt="4"/>
      <dgm:spPr/>
    </dgm:pt>
    <dgm:pt modelId="{F4F23EC7-24D0-497E-BF56-020731B464B1}" type="pres">
      <dgm:prSet presAssocID="{F8A6E129-6AD8-4A46-AF09-935BB61D27ED}" presName="node" presStyleLbl="node1" presStyleIdx="2" presStyleCnt="4" custScaleX="336813">
        <dgm:presLayoutVars>
          <dgm:bulletEnabled val="1"/>
        </dgm:presLayoutVars>
      </dgm:prSet>
      <dgm:spPr/>
    </dgm:pt>
    <dgm:pt modelId="{15D67846-73EE-4ECD-A9E9-2E8E5FB314AD}" type="pres">
      <dgm:prSet presAssocID="{946EF0DD-A016-4F8E-8C45-560BC66B1B87}" presName="parTrans" presStyleLbl="sibTrans2D1" presStyleIdx="3" presStyleCnt="4"/>
      <dgm:spPr/>
    </dgm:pt>
    <dgm:pt modelId="{D5980C5B-E3FF-4460-9B24-8FF31D5A255A}" type="pres">
      <dgm:prSet presAssocID="{946EF0DD-A016-4F8E-8C45-560BC66B1B87}" presName="connectorText" presStyleLbl="sibTrans2D1" presStyleIdx="3" presStyleCnt="4"/>
      <dgm:spPr/>
    </dgm:pt>
    <dgm:pt modelId="{D708A597-4AF1-47E7-B4BE-BAB63F1252E8}" type="pres">
      <dgm:prSet presAssocID="{5CD191F8-2CEA-473B-8DD1-04EFF823F2C7}" presName="node" presStyleLbl="node1" presStyleIdx="3" presStyleCnt="4" custScaleX="244962" custScaleY="132544" custRadScaleRad="138311" custRadScaleInc="-1726">
        <dgm:presLayoutVars>
          <dgm:bulletEnabled val="1"/>
        </dgm:presLayoutVars>
      </dgm:prSet>
      <dgm:spPr/>
    </dgm:pt>
  </dgm:ptLst>
  <dgm:cxnLst>
    <dgm:cxn modelId="{8331E70A-5DB4-45CD-8FB1-9A1EB9A798E7}" srcId="{C0ED3F3B-C951-40EF-B594-DB1D4B134E28}" destId="{9D080BCC-83C8-4FFF-9D30-DDA4E9944B43}" srcOrd="0" destOrd="0" parTransId="{3C182B0F-4867-45D0-9E53-6BA71B4571FD}" sibTransId="{39418F08-DF9C-42E4-A41A-6F36461DBB0A}"/>
    <dgm:cxn modelId="{DD822311-0304-4B8E-8C1B-FF1569DCD655}" srcId="{9D080BCC-83C8-4FFF-9D30-DDA4E9944B43}" destId="{5CD191F8-2CEA-473B-8DD1-04EFF823F2C7}" srcOrd="3" destOrd="0" parTransId="{946EF0DD-A016-4F8E-8C45-560BC66B1B87}" sibTransId="{32274D4C-A664-4556-905A-DD2EC9B0808D}"/>
    <dgm:cxn modelId="{253D7E5F-4C52-4680-AB21-18501517103C}" type="presOf" srcId="{522EFB3D-3069-41F1-9B0F-8E2EACE85C6C}" destId="{0DBA5942-9A14-4359-85EE-AFC71BB51AE4}" srcOrd="0" destOrd="0" presId="urn:microsoft.com/office/officeart/2005/8/layout/radial5"/>
    <dgm:cxn modelId="{A8BD9844-1064-44E2-8160-D70BCD7C2431}" type="presOf" srcId="{5CD191F8-2CEA-473B-8DD1-04EFF823F2C7}" destId="{D708A597-4AF1-47E7-B4BE-BAB63F1252E8}" srcOrd="0" destOrd="0" presId="urn:microsoft.com/office/officeart/2005/8/layout/radial5"/>
    <dgm:cxn modelId="{B20BFA47-A09E-4C30-B1EE-CB926EC54FE4}" srcId="{9D080BCC-83C8-4FFF-9D30-DDA4E9944B43}" destId="{F8A6E129-6AD8-4A46-AF09-935BB61D27ED}" srcOrd="2" destOrd="0" parTransId="{35F57900-F6B6-4A72-BCCB-D7EBB7CC3798}" sibTransId="{6D7B4F3F-3E7D-484D-8187-45769931856A}"/>
    <dgm:cxn modelId="{C24A694D-70BB-4388-875A-BD5B19651BA7}" type="presOf" srcId="{9D080BCC-83C8-4FFF-9D30-DDA4E9944B43}" destId="{1759E49E-E941-4C0E-A981-1A8D585496EF}" srcOrd="0" destOrd="0" presId="urn:microsoft.com/office/officeart/2005/8/layout/radial5"/>
    <dgm:cxn modelId="{17D41D56-62D9-444E-8577-D3F1987D9346}" type="presOf" srcId="{EFD1DD65-62F9-4173-B7B5-ACC9C5246844}" destId="{C155B7D1-A8A8-495A-8288-7FB664A5CA52}" srcOrd="0" destOrd="0" presId="urn:microsoft.com/office/officeart/2005/8/layout/radial5"/>
    <dgm:cxn modelId="{440EC85A-387F-491F-893B-56EA15147C28}" type="presOf" srcId="{3172904A-523B-4136-94EC-9C1A33312A34}" destId="{2EF446CE-19A0-4673-A97A-F9B63B7D0ADF}" srcOrd="0" destOrd="0" presId="urn:microsoft.com/office/officeart/2005/8/layout/radial5"/>
    <dgm:cxn modelId="{C8CD2493-29FE-46F5-AEA4-862902ACE8C9}" type="presOf" srcId="{C0ED3F3B-C951-40EF-B594-DB1D4B134E28}" destId="{0A68CCE9-7B10-4F80-B530-6077DFB2C07C}" srcOrd="0" destOrd="0" presId="urn:microsoft.com/office/officeart/2005/8/layout/radial5"/>
    <dgm:cxn modelId="{117352A6-700E-4BA1-9356-3CDBF33C36DB}" type="presOf" srcId="{71E6DF9A-8D02-42DA-936E-4822F694A51A}" destId="{15F8E463-232D-4F0B-A73D-3D34D73D9BF9}" srcOrd="0" destOrd="0" presId="urn:microsoft.com/office/officeart/2005/8/layout/radial5"/>
    <dgm:cxn modelId="{EAC4F5BB-C1CF-40E5-B492-B3F2ADFB4628}" srcId="{9D080BCC-83C8-4FFF-9D30-DDA4E9944B43}" destId="{71E6DF9A-8D02-42DA-936E-4822F694A51A}" srcOrd="0" destOrd="0" parTransId="{EFD1DD65-62F9-4173-B7B5-ACC9C5246844}" sibTransId="{BA14C203-A5BF-47E0-ADFF-2998F48D700E}"/>
    <dgm:cxn modelId="{B53F06BD-C010-4C28-8285-96E936A502ED}" type="presOf" srcId="{35F57900-F6B6-4A72-BCCB-D7EBB7CC3798}" destId="{A1EFF450-3344-431E-A83E-E22696606AB1}" srcOrd="1" destOrd="0" presId="urn:microsoft.com/office/officeart/2005/8/layout/radial5"/>
    <dgm:cxn modelId="{2E5A41BE-FC87-49DC-BF06-CC3547422019}" type="presOf" srcId="{EFD1DD65-62F9-4173-B7B5-ACC9C5246844}" destId="{6E93A4F6-F307-4666-B57A-179BC95642B1}" srcOrd="1" destOrd="0" presId="urn:microsoft.com/office/officeart/2005/8/layout/radial5"/>
    <dgm:cxn modelId="{1DD0C4F6-736F-4176-8DEE-54DEAF88E85D}" type="presOf" srcId="{35F57900-F6B6-4A72-BCCB-D7EBB7CC3798}" destId="{CB0A633D-7D56-474B-962A-DC6D59107A8F}" srcOrd="0" destOrd="0" presId="urn:microsoft.com/office/officeart/2005/8/layout/radial5"/>
    <dgm:cxn modelId="{93601BFB-79A7-43A7-B98D-E0EEB0B0377B}" type="presOf" srcId="{F8A6E129-6AD8-4A46-AF09-935BB61D27ED}" destId="{F4F23EC7-24D0-497E-BF56-020731B464B1}" srcOrd="0" destOrd="0" presId="urn:microsoft.com/office/officeart/2005/8/layout/radial5"/>
    <dgm:cxn modelId="{F995D2FE-401D-4674-A6A8-9ABA66BB6335}" type="presOf" srcId="{946EF0DD-A016-4F8E-8C45-560BC66B1B87}" destId="{15D67846-73EE-4ECD-A9E9-2E8E5FB314AD}" srcOrd="0" destOrd="0" presId="urn:microsoft.com/office/officeart/2005/8/layout/radial5"/>
    <dgm:cxn modelId="{F6C700FF-3705-4E37-B080-505E52800FA9}" srcId="{9D080BCC-83C8-4FFF-9D30-DDA4E9944B43}" destId="{522EFB3D-3069-41F1-9B0F-8E2EACE85C6C}" srcOrd="1" destOrd="0" parTransId="{3172904A-523B-4136-94EC-9C1A33312A34}" sibTransId="{F1B44DEF-7911-49A1-A2DB-C053561FF2B1}"/>
    <dgm:cxn modelId="{0FD205FF-55B5-4604-9A56-3BA7510D97EB}" type="presOf" srcId="{3172904A-523B-4136-94EC-9C1A33312A34}" destId="{88829744-77AC-4760-B7D8-8C3E836C29DC}" srcOrd="1" destOrd="0" presId="urn:microsoft.com/office/officeart/2005/8/layout/radial5"/>
    <dgm:cxn modelId="{EE8F0CFF-73D7-4013-844A-5A3D07D650D8}" type="presOf" srcId="{946EF0DD-A016-4F8E-8C45-560BC66B1B87}" destId="{D5980C5B-E3FF-4460-9B24-8FF31D5A255A}" srcOrd="1" destOrd="0" presId="urn:microsoft.com/office/officeart/2005/8/layout/radial5"/>
    <dgm:cxn modelId="{33F27664-F238-404F-A9DC-58E148B7B338}" type="presParOf" srcId="{0A68CCE9-7B10-4F80-B530-6077DFB2C07C}" destId="{1759E49E-E941-4C0E-A981-1A8D585496EF}" srcOrd="0" destOrd="0" presId="urn:microsoft.com/office/officeart/2005/8/layout/radial5"/>
    <dgm:cxn modelId="{6368C806-6CD7-4812-9A6E-CAFAD4FEAFB8}" type="presParOf" srcId="{0A68CCE9-7B10-4F80-B530-6077DFB2C07C}" destId="{C155B7D1-A8A8-495A-8288-7FB664A5CA52}" srcOrd="1" destOrd="0" presId="urn:microsoft.com/office/officeart/2005/8/layout/radial5"/>
    <dgm:cxn modelId="{4955AB12-5EA4-4472-9C3F-2C0B09D59D30}" type="presParOf" srcId="{C155B7D1-A8A8-495A-8288-7FB664A5CA52}" destId="{6E93A4F6-F307-4666-B57A-179BC95642B1}" srcOrd="0" destOrd="0" presId="urn:microsoft.com/office/officeart/2005/8/layout/radial5"/>
    <dgm:cxn modelId="{3F2EACD8-BB9C-4987-8D1F-B08E218A9798}" type="presParOf" srcId="{0A68CCE9-7B10-4F80-B530-6077DFB2C07C}" destId="{15F8E463-232D-4F0B-A73D-3D34D73D9BF9}" srcOrd="2" destOrd="0" presId="urn:microsoft.com/office/officeart/2005/8/layout/radial5"/>
    <dgm:cxn modelId="{BDB35432-D452-48D7-A7C7-88F4532DD040}" type="presParOf" srcId="{0A68CCE9-7B10-4F80-B530-6077DFB2C07C}" destId="{2EF446CE-19A0-4673-A97A-F9B63B7D0ADF}" srcOrd="3" destOrd="0" presId="urn:microsoft.com/office/officeart/2005/8/layout/radial5"/>
    <dgm:cxn modelId="{9FBBA08B-4537-4790-A2DB-7D0D01F3B84B}" type="presParOf" srcId="{2EF446CE-19A0-4673-A97A-F9B63B7D0ADF}" destId="{88829744-77AC-4760-B7D8-8C3E836C29DC}" srcOrd="0" destOrd="0" presId="urn:microsoft.com/office/officeart/2005/8/layout/radial5"/>
    <dgm:cxn modelId="{76A7989C-BF80-4794-B723-F5638F80BF9C}" type="presParOf" srcId="{0A68CCE9-7B10-4F80-B530-6077DFB2C07C}" destId="{0DBA5942-9A14-4359-85EE-AFC71BB51AE4}" srcOrd="4" destOrd="0" presId="urn:microsoft.com/office/officeart/2005/8/layout/radial5"/>
    <dgm:cxn modelId="{38373A76-7044-414C-8AD2-9C9FD80F1743}" type="presParOf" srcId="{0A68CCE9-7B10-4F80-B530-6077DFB2C07C}" destId="{CB0A633D-7D56-474B-962A-DC6D59107A8F}" srcOrd="5" destOrd="0" presId="urn:microsoft.com/office/officeart/2005/8/layout/radial5"/>
    <dgm:cxn modelId="{AA611EFD-7B09-4C77-ABAD-041C645DD08C}" type="presParOf" srcId="{CB0A633D-7D56-474B-962A-DC6D59107A8F}" destId="{A1EFF450-3344-431E-A83E-E22696606AB1}" srcOrd="0" destOrd="0" presId="urn:microsoft.com/office/officeart/2005/8/layout/radial5"/>
    <dgm:cxn modelId="{CF30A27A-E7AE-47EC-958F-6D11D35C18E2}" type="presParOf" srcId="{0A68CCE9-7B10-4F80-B530-6077DFB2C07C}" destId="{F4F23EC7-24D0-497E-BF56-020731B464B1}" srcOrd="6" destOrd="0" presId="urn:microsoft.com/office/officeart/2005/8/layout/radial5"/>
    <dgm:cxn modelId="{7C61882F-0D41-474E-95C6-CA35F6171A9F}" type="presParOf" srcId="{0A68CCE9-7B10-4F80-B530-6077DFB2C07C}" destId="{15D67846-73EE-4ECD-A9E9-2E8E5FB314AD}" srcOrd="7" destOrd="0" presId="urn:microsoft.com/office/officeart/2005/8/layout/radial5"/>
    <dgm:cxn modelId="{314A91F3-9BFB-4BC3-815C-CBDB59070E2A}" type="presParOf" srcId="{15D67846-73EE-4ECD-A9E9-2E8E5FB314AD}" destId="{D5980C5B-E3FF-4460-9B24-8FF31D5A255A}" srcOrd="0" destOrd="0" presId="urn:microsoft.com/office/officeart/2005/8/layout/radial5"/>
    <dgm:cxn modelId="{5559F3D6-06ED-4B84-B4A2-250F1B5D7F88}" type="presParOf" srcId="{0A68CCE9-7B10-4F80-B530-6077DFB2C07C}" destId="{D708A597-4AF1-47E7-B4BE-BAB63F1252E8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61CB89-843F-412A-96B6-891EA2A9C183}" type="doc">
      <dgm:prSet loTypeId="urn:microsoft.com/office/officeart/2005/8/layout/hProcess4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2E788A82-E1EA-493D-B772-C104D151BE34}">
      <dgm:prSet phldrT="[Text]" phldr="0"/>
      <dgm:spPr/>
      <dgm:t>
        <a:bodyPr/>
        <a:lstStyle/>
        <a:p>
          <a:r>
            <a:rPr lang="en-GB" dirty="0"/>
            <a:t>Preprocessing</a:t>
          </a:r>
          <a:endParaRPr lang="en-IN" dirty="0"/>
        </a:p>
      </dgm:t>
    </dgm:pt>
    <dgm:pt modelId="{8CE5C9D8-BA72-463F-BD45-073759CE5566}" type="parTrans" cxnId="{FE16E260-85C7-40CB-9D7F-9E422BCB8037}">
      <dgm:prSet/>
      <dgm:spPr/>
      <dgm:t>
        <a:bodyPr/>
        <a:lstStyle/>
        <a:p>
          <a:endParaRPr lang="en-IN"/>
        </a:p>
      </dgm:t>
    </dgm:pt>
    <dgm:pt modelId="{22E14982-30B8-4CD4-8089-F8FEDE29DA48}" type="sibTrans" cxnId="{FE16E260-85C7-40CB-9D7F-9E422BCB8037}">
      <dgm:prSet/>
      <dgm:spPr/>
      <dgm:t>
        <a:bodyPr/>
        <a:lstStyle/>
        <a:p>
          <a:endParaRPr lang="en-IN"/>
        </a:p>
      </dgm:t>
    </dgm:pt>
    <dgm:pt modelId="{3C353181-B6D4-4D3E-9C69-250A34C0588A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Data load</a:t>
          </a:r>
          <a:endParaRPr lang="en-IN" dirty="0"/>
        </a:p>
      </dgm:t>
    </dgm:pt>
    <dgm:pt modelId="{DE8BFF3D-C023-4862-88F8-D3B076137A3A}" type="parTrans" cxnId="{4E52983F-369A-4624-ACF5-20F9CC61EB2B}">
      <dgm:prSet/>
      <dgm:spPr/>
      <dgm:t>
        <a:bodyPr/>
        <a:lstStyle/>
        <a:p>
          <a:endParaRPr lang="en-IN"/>
        </a:p>
      </dgm:t>
    </dgm:pt>
    <dgm:pt modelId="{43920D57-F14B-49BB-8B4C-CD4EFA2BAA51}" type="sibTrans" cxnId="{4E52983F-369A-4624-ACF5-20F9CC61EB2B}">
      <dgm:prSet/>
      <dgm:spPr/>
      <dgm:t>
        <a:bodyPr/>
        <a:lstStyle/>
        <a:p>
          <a:endParaRPr lang="en-IN"/>
        </a:p>
      </dgm:t>
    </dgm:pt>
    <dgm:pt modelId="{92C7AA2B-3490-4EF0-BB3E-2EC90E3B65C0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Log Transformation</a:t>
          </a:r>
          <a:endParaRPr lang="en-IN" dirty="0"/>
        </a:p>
      </dgm:t>
    </dgm:pt>
    <dgm:pt modelId="{9B373480-CBD0-450E-9056-C56DB389DF03}" type="parTrans" cxnId="{F4B5C139-0050-4209-B10D-9E27BD46D40E}">
      <dgm:prSet/>
      <dgm:spPr/>
      <dgm:t>
        <a:bodyPr/>
        <a:lstStyle/>
        <a:p>
          <a:endParaRPr lang="en-IN"/>
        </a:p>
      </dgm:t>
    </dgm:pt>
    <dgm:pt modelId="{5B773688-30B2-4C5D-9749-58BCE3B4FB64}" type="sibTrans" cxnId="{F4B5C139-0050-4209-B10D-9E27BD46D40E}">
      <dgm:prSet/>
      <dgm:spPr/>
      <dgm:t>
        <a:bodyPr/>
        <a:lstStyle/>
        <a:p>
          <a:endParaRPr lang="en-IN"/>
        </a:p>
      </dgm:t>
    </dgm:pt>
    <dgm:pt modelId="{11048872-D255-41F9-B121-9531170AF633}">
      <dgm:prSet phldrT="[Text]" phldr="0"/>
      <dgm:spPr/>
      <dgm:t>
        <a:bodyPr/>
        <a:lstStyle/>
        <a:p>
          <a:r>
            <a:rPr lang="en-GB" dirty="0"/>
            <a:t>Features &amp; Target</a:t>
          </a:r>
          <a:endParaRPr lang="en-IN" dirty="0"/>
        </a:p>
      </dgm:t>
    </dgm:pt>
    <dgm:pt modelId="{1BE60138-4EC0-4B55-9ADC-39D20E7C425E}" type="parTrans" cxnId="{C7685F72-AB92-4D91-9853-3F0599FED5B7}">
      <dgm:prSet/>
      <dgm:spPr/>
      <dgm:t>
        <a:bodyPr/>
        <a:lstStyle/>
        <a:p>
          <a:endParaRPr lang="en-IN"/>
        </a:p>
      </dgm:t>
    </dgm:pt>
    <dgm:pt modelId="{259388E7-80C3-40B8-ABA8-21E14D957EEA}" type="sibTrans" cxnId="{C7685F72-AB92-4D91-9853-3F0599FED5B7}">
      <dgm:prSet/>
      <dgm:spPr/>
      <dgm:t>
        <a:bodyPr/>
        <a:lstStyle/>
        <a:p>
          <a:endParaRPr lang="en-IN"/>
        </a:p>
      </dgm:t>
    </dgm:pt>
    <dgm:pt modelId="{227E1AFC-0D0E-4188-BC29-DC1F13153F51}">
      <dgm:prSet phldrT="[Text]" phldr="0"/>
      <dgm:spPr/>
      <dgm:t>
        <a:bodyPr/>
        <a:lstStyle/>
        <a:p>
          <a:r>
            <a:rPr lang="en-GB" dirty="0"/>
            <a:t>Train Test Split (70:30)</a:t>
          </a:r>
          <a:endParaRPr lang="en-IN" dirty="0"/>
        </a:p>
      </dgm:t>
    </dgm:pt>
    <dgm:pt modelId="{C4AE03FD-DCDF-4DC2-A6BE-C6B40443C6D6}" type="parTrans" cxnId="{46331A83-AF8D-4B01-B3A3-02FFA96622C4}">
      <dgm:prSet/>
      <dgm:spPr/>
      <dgm:t>
        <a:bodyPr/>
        <a:lstStyle/>
        <a:p>
          <a:endParaRPr lang="en-IN"/>
        </a:p>
      </dgm:t>
    </dgm:pt>
    <dgm:pt modelId="{4181AB7B-A833-400C-964B-358560915CB8}" type="sibTrans" cxnId="{46331A83-AF8D-4B01-B3A3-02FFA96622C4}">
      <dgm:prSet/>
      <dgm:spPr/>
      <dgm:t>
        <a:bodyPr/>
        <a:lstStyle/>
        <a:p>
          <a:endParaRPr lang="en-IN"/>
        </a:p>
      </dgm:t>
    </dgm:pt>
    <dgm:pt modelId="{4A8B61F9-586A-4BFD-87DF-85D6A2C071CA}">
      <dgm:prSet phldrT="[Text]" phldr="0"/>
      <dgm:spPr/>
      <dgm:t>
        <a:bodyPr/>
        <a:lstStyle/>
        <a:p>
          <a:r>
            <a:rPr lang="en-GB" dirty="0"/>
            <a:t>Models</a:t>
          </a:r>
          <a:endParaRPr lang="en-IN" dirty="0"/>
        </a:p>
      </dgm:t>
    </dgm:pt>
    <dgm:pt modelId="{982996FD-7044-4836-9011-0565BCEFE040}" type="parTrans" cxnId="{B852DA3E-0C2F-4D08-BD1A-AF3596115F6C}">
      <dgm:prSet/>
      <dgm:spPr/>
      <dgm:t>
        <a:bodyPr/>
        <a:lstStyle/>
        <a:p>
          <a:endParaRPr lang="en-IN"/>
        </a:p>
      </dgm:t>
    </dgm:pt>
    <dgm:pt modelId="{CFD74D17-BF0E-44B2-A547-80D9EEB072CA}" type="sibTrans" cxnId="{B852DA3E-0C2F-4D08-BD1A-AF3596115F6C}">
      <dgm:prSet/>
      <dgm:spPr/>
      <dgm:t>
        <a:bodyPr/>
        <a:lstStyle/>
        <a:p>
          <a:endParaRPr lang="en-IN"/>
        </a:p>
      </dgm:t>
    </dgm:pt>
    <dgm:pt modelId="{2617C038-2D6A-49E1-BE9E-4EC4A80CA27C}">
      <dgm:prSet phldrT="[Text]" phldr="0"/>
      <dgm:spPr/>
      <dgm:t>
        <a:bodyPr/>
        <a:lstStyle/>
        <a:p>
          <a:r>
            <a:rPr lang="en-GB" dirty="0"/>
            <a:t>Logistic Regression</a:t>
          </a:r>
          <a:endParaRPr lang="en-IN" dirty="0"/>
        </a:p>
      </dgm:t>
    </dgm:pt>
    <dgm:pt modelId="{871038D3-3D85-4B7E-87EF-E045CF1B6B89}" type="parTrans" cxnId="{38B40F0F-3806-49A1-A4AB-DE02D641F244}">
      <dgm:prSet/>
      <dgm:spPr/>
      <dgm:t>
        <a:bodyPr/>
        <a:lstStyle/>
        <a:p>
          <a:endParaRPr lang="en-IN"/>
        </a:p>
      </dgm:t>
    </dgm:pt>
    <dgm:pt modelId="{ADBF846F-9C76-4DC6-9366-636E632A936F}" type="sibTrans" cxnId="{38B40F0F-3806-49A1-A4AB-DE02D641F244}">
      <dgm:prSet/>
      <dgm:spPr/>
      <dgm:t>
        <a:bodyPr/>
        <a:lstStyle/>
        <a:p>
          <a:endParaRPr lang="en-IN"/>
        </a:p>
      </dgm:t>
    </dgm:pt>
    <dgm:pt modelId="{613CC979-0790-4B80-9B06-CD08205E23E5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Data type change</a:t>
          </a:r>
          <a:endParaRPr lang="en-IN" dirty="0"/>
        </a:p>
      </dgm:t>
    </dgm:pt>
    <dgm:pt modelId="{B6BD92EB-05C9-44B0-BFE4-371E5AE53FB3}" type="parTrans" cxnId="{6D182500-81CE-4204-94CB-3190609B9B67}">
      <dgm:prSet/>
      <dgm:spPr/>
      <dgm:t>
        <a:bodyPr/>
        <a:lstStyle/>
        <a:p>
          <a:endParaRPr lang="en-IN"/>
        </a:p>
      </dgm:t>
    </dgm:pt>
    <dgm:pt modelId="{8DB7A2A2-C7A4-4FFA-8999-2AF26D3ED987}" type="sibTrans" cxnId="{6D182500-81CE-4204-94CB-3190609B9B67}">
      <dgm:prSet/>
      <dgm:spPr/>
      <dgm:t>
        <a:bodyPr/>
        <a:lstStyle/>
        <a:p>
          <a:endParaRPr lang="en-IN"/>
        </a:p>
      </dgm:t>
    </dgm:pt>
    <dgm:pt modelId="{8C9B0343-E0E1-4D86-A1BE-5100C10FF238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Treating nan(Median Imputation)</a:t>
          </a:r>
          <a:endParaRPr lang="en-IN" dirty="0"/>
        </a:p>
      </dgm:t>
    </dgm:pt>
    <dgm:pt modelId="{6760A54F-E903-4D9E-8EDF-FBF83EDACB7D}" type="parTrans" cxnId="{4EFAE7AE-C962-414D-9C74-736DF32535DF}">
      <dgm:prSet/>
      <dgm:spPr/>
      <dgm:t>
        <a:bodyPr/>
        <a:lstStyle/>
        <a:p>
          <a:endParaRPr lang="en-IN"/>
        </a:p>
      </dgm:t>
    </dgm:pt>
    <dgm:pt modelId="{1A2EE314-759F-459E-BBE7-DBE650AF4D76}" type="sibTrans" cxnId="{4EFAE7AE-C962-414D-9C74-736DF32535DF}">
      <dgm:prSet/>
      <dgm:spPr/>
      <dgm:t>
        <a:bodyPr/>
        <a:lstStyle/>
        <a:p>
          <a:endParaRPr lang="en-IN"/>
        </a:p>
      </dgm:t>
    </dgm:pt>
    <dgm:pt modelId="{ED9BF485-A712-43E1-9CDA-4906C31C62A4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Encoding</a:t>
          </a:r>
          <a:endParaRPr lang="en-IN" dirty="0"/>
        </a:p>
      </dgm:t>
    </dgm:pt>
    <dgm:pt modelId="{D8BB1576-786E-48F4-99FD-C02F16F144B3}" type="parTrans" cxnId="{F1B66F21-A5D5-475F-A907-03E6AC372728}">
      <dgm:prSet/>
      <dgm:spPr/>
      <dgm:t>
        <a:bodyPr/>
        <a:lstStyle/>
        <a:p>
          <a:endParaRPr lang="en-IN"/>
        </a:p>
      </dgm:t>
    </dgm:pt>
    <dgm:pt modelId="{FCEE46BF-13EF-4C04-8DD4-4DDF6FE59F7F}" type="sibTrans" cxnId="{F1B66F21-A5D5-475F-A907-03E6AC372728}">
      <dgm:prSet/>
      <dgm:spPr/>
      <dgm:t>
        <a:bodyPr/>
        <a:lstStyle/>
        <a:p>
          <a:endParaRPr lang="en-IN"/>
        </a:p>
      </dgm:t>
    </dgm:pt>
    <dgm:pt modelId="{BC96918E-C4B2-4580-B373-9DDF6ED6DF7E}">
      <dgm:prSet phldrT="[Text]" phldr="0"/>
      <dgm:spPr/>
      <dgm:t>
        <a:bodyPr/>
        <a:lstStyle/>
        <a:p>
          <a:r>
            <a:rPr lang="en-GB" dirty="0"/>
            <a:t>Normalization</a:t>
          </a:r>
          <a:endParaRPr lang="en-IN" dirty="0"/>
        </a:p>
      </dgm:t>
    </dgm:pt>
    <dgm:pt modelId="{971F5BA1-968D-4184-A094-E07C72B35640}" type="parTrans" cxnId="{EEFE95E1-B24B-462C-BFC5-229A167D1968}">
      <dgm:prSet/>
      <dgm:spPr/>
      <dgm:t>
        <a:bodyPr/>
        <a:lstStyle/>
        <a:p>
          <a:endParaRPr lang="en-IN"/>
        </a:p>
      </dgm:t>
    </dgm:pt>
    <dgm:pt modelId="{15F44DF4-8F32-4019-938A-BB871BBF59DA}" type="sibTrans" cxnId="{EEFE95E1-B24B-462C-BFC5-229A167D1968}">
      <dgm:prSet/>
      <dgm:spPr/>
      <dgm:t>
        <a:bodyPr/>
        <a:lstStyle/>
        <a:p>
          <a:endParaRPr lang="en-IN"/>
        </a:p>
      </dgm:t>
    </dgm:pt>
    <dgm:pt modelId="{B231D798-B68B-4C0A-BB89-C5BBDA99C18B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Feature Importance</a:t>
          </a:r>
          <a:endParaRPr lang="en-IN" dirty="0"/>
        </a:p>
      </dgm:t>
    </dgm:pt>
    <dgm:pt modelId="{956778FB-21D6-401D-B211-CBBACBF6CEB6}" type="parTrans" cxnId="{4E30EFC2-2D09-4CFF-8F1A-B61CA44E7E5E}">
      <dgm:prSet/>
      <dgm:spPr/>
      <dgm:t>
        <a:bodyPr/>
        <a:lstStyle/>
        <a:p>
          <a:endParaRPr lang="en-IN"/>
        </a:p>
      </dgm:t>
    </dgm:pt>
    <dgm:pt modelId="{8F0743DD-9121-4C8F-A313-AD964E3E1C8B}" type="sibTrans" cxnId="{4E30EFC2-2D09-4CFF-8F1A-B61CA44E7E5E}">
      <dgm:prSet/>
      <dgm:spPr/>
      <dgm:t>
        <a:bodyPr/>
        <a:lstStyle/>
        <a:p>
          <a:endParaRPr lang="en-IN"/>
        </a:p>
      </dgm:t>
    </dgm:pt>
    <dgm:pt modelId="{996B716D-E8CE-437A-854F-C3F1D8BCDCB6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Feature Engineering</a:t>
          </a:r>
          <a:endParaRPr lang="en-IN" dirty="0"/>
        </a:p>
      </dgm:t>
    </dgm:pt>
    <dgm:pt modelId="{3DADA5AF-7055-4D48-AEF1-4C6FC87EEAEF}" type="parTrans" cxnId="{57D87271-D8D2-4F3D-8F95-F97B40019566}">
      <dgm:prSet/>
      <dgm:spPr/>
      <dgm:t>
        <a:bodyPr/>
        <a:lstStyle/>
        <a:p>
          <a:endParaRPr lang="en-IN"/>
        </a:p>
      </dgm:t>
    </dgm:pt>
    <dgm:pt modelId="{8246E352-2EB9-4D0E-AE6F-D209EAC7C5DA}" type="sibTrans" cxnId="{57D87271-D8D2-4F3D-8F95-F97B40019566}">
      <dgm:prSet/>
      <dgm:spPr/>
      <dgm:t>
        <a:bodyPr/>
        <a:lstStyle/>
        <a:p>
          <a:endParaRPr lang="en-IN"/>
        </a:p>
      </dgm:t>
    </dgm:pt>
    <dgm:pt modelId="{49E4E89F-DF2C-44F2-811D-4429D2AD3201}">
      <dgm:prSet phldrT="[Text]" phldr="0"/>
      <dgm:spPr/>
      <dgm:t>
        <a:bodyPr/>
        <a:lstStyle/>
        <a:p>
          <a:endParaRPr lang="en-IN" dirty="0"/>
        </a:p>
      </dgm:t>
    </dgm:pt>
    <dgm:pt modelId="{FE36663D-78E7-48C9-B31E-24EF6C4D2491}" type="parTrans" cxnId="{2D8BF8C2-620D-4992-B59F-52D058DF892E}">
      <dgm:prSet/>
      <dgm:spPr/>
      <dgm:t>
        <a:bodyPr/>
        <a:lstStyle/>
        <a:p>
          <a:endParaRPr lang="en-IN"/>
        </a:p>
      </dgm:t>
    </dgm:pt>
    <dgm:pt modelId="{0BFC5FDA-FF72-44B3-B7B9-4F51D1F6F79D}" type="sibTrans" cxnId="{2D8BF8C2-620D-4992-B59F-52D058DF892E}">
      <dgm:prSet/>
      <dgm:spPr/>
      <dgm:t>
        <a:bodyPr/>
        <a:lstStyle/>
        <a:p>
          <a:endParaRPr lang="en-IN"/>
        </a:p>
      </dgm:t>
    </dgm:pt>
    <dgm:pt modelId="{3F4C4D7E-0FDE-4FB5-9C57-C274023A3746}">
      <dgm:prSet phldrT="[Text]" phldr="0"/>
      <dgm:spPr/>
      <dgm:t>
        <a:bodyPr/>
        <a:lstStyle/>
        <a:p>
          <a:endParaRPr lang="en-IN" dirty="0"/>
        </a:p>
      </dgm:t>
    </dgm:pt>
    <dgm:pt modelId="{631B7C1F-AEDE-4C1C-8E3A-0824F4C6FEC4}" type="parTrans" cxnId="{8DE20A86-6A6C-4757-992B-F6D3FB99D397}">
      <dgm:prSet/>
      <dgm:spPr/>
      <dgm:t>
        <a:bodyPr/>
        <a:lstStyle/>
        <a:p>
          <a:endParaRPr lang="en-IN"/>
        </a:p>
      </dgm:t>
    </dgm:pt>
    <dgm:pt modelId="{A59C611B-76A9-4338-9A5A-75C26F522777}" type="sibTrans" cxnId="{8DE20A86-6A6C-4757-992B-F6D3FB99D397}">
      <dgm:prSet/>
      <dgm:spPr/>
      <dgm:t>
        <a:bodyPr/>
        <a:lstStyle/>
        <a:p>
          <a:endParaRPr lang="en-IN"/>
        </a:p>
      </dgm:t>
    </dgm:pt>
    <dgm:pt modelId="{B9CD04AC-A0B0-458C-B7A7-C8D928A0C7F9}">
      <dgm:prSet phldrT="[Text]" phldr="0"/>
      <dgm:spPr/>
      <dgm:t>
        <a:bodyPr/>
        <a:lstStyle/>
        <a:p>
          <a:r>
            <a:rPr lang="en-GB" dirty="0"/>
            <a:t>Random Forest</a:t>
          </a:r>
          <a:endParaRPr lang="en-IN" dirty="0"/>
        </a:p>
      </dgm:t>
    </dgm:pt>
    <dgm:pt modelId="{75308EAD-99E6-46F9-A6A8-D2C9E9EEEF4F}" type="parTrans" cxnId="{E0CEFF03-1E7B-4F25-A7F3-0AA58DE0F745}">
      <dgm:prSet/>
      <dgm:spPr/>
      <dgm:t>
        <a:bodyPr/>
        <a:lstStyle/>
        <a:p>
          <a:endParaRPr lang="en-IN"/>
        </a:p>
      </dgm:t>
    </dgm:pt>
    <dgm:pt modelId="{D0F04362-A318-4768-B47D-C6971ADBEE55}" type="sibTrans" cxnId="{E0CEFF03-1E7B-4F25-A7F3-0AA58DE0F745}">
      <dgm:prSet/>
      <dgm:spPr/>
      <dgm:t>
        <a:bodyPr/>
        <a:lstStyle/>
        <a:p>
          <a:endParaRPr lang="en-IN"/>
        </a:p>
      </dgm:t>
    </dgm:pt>
    <dgm:pt modelId="{B442C44B-D355-4D04-B000-4E9E6E2C71E9}">
      <dgm:prSet phldrT="[Text]" phldr="0"/>
      <dgm:spPr/>
      <dgm:t>
        <a:bodyPr/>
        <a:lstStyle/>
        <a:p>
          <a:endParaRPr lang="en-IN" dirty="0"/>
        </a:p>
      </dgm:t>
    </dgm:pt>
    <dgm:pt modelId="{BFA1E254-2D65-4E2B-B115-8C86CB2BE326}" type="parTrans" cxnId="{83E8ABED-247B-4C82-A658-45AB7DFA4368}">
      <dgm:prSet/>
      <dgm:spPr/>
      <dgm:t>
        <a:bodyPr/>
        <a:lstStyle/>
        <a:p>
          <a:endParaRPr lang="en-IN"/>
        </a:p>
      </dgm:t>
    </dgm:pt>
    <dgm:pt modelId="{BE1FA96E-E5BB-406E-BD92-1CD3AD78A34D}" type="sibTrans" cxnId="{83E8ABED-247B-4C82-A658-45AB7DFA4368}">
      <dgm:prSet/>
      <dgm:spPr/>
      <dgm:t>
        <a:bodyPr/>
        <a:lstStyle/>
        <a:p>
          <a:endParaRPr lang="en-IN"/>
        </a:p>
      </dgm:t>
    </dgm:pt>
    <dgm:pt modelId="{0C60F37A-A04D-4E34-A1B6-33BA1F4ED36F}">
      <dgm:prSet phldrT="[Text]" phldr="0"/>
      <dgm:spPr/>
      <dgm:t>
        <a:bodyPr/>
        <a:lstStyle/>
        <a:p>
          <a:r>
            <a:rPr lang="en-GB" dirty="0"/>
            <a:t>Decision Tree</a:t>
          </a:r>
          <a:endParaRPr lang="en-IN" dirty="0"/>
        </a:p>
      </dgm:t>
    </dgm:pt>
    <dgm:pt modelId="{016B5ED6-C8EE-41FA-B1FE-74D9355F0657}" type="parTrans" cxnId="{0114E957-E275-4480-9972-B528B73E64C3}">
      <dgm:prSet/>
      <dgm:spPr/>
      <dgm:t>
        <a:bodyPr/>
        <a:lstStyle/>
        <a:p>
          <a:endParaRPr lang="en-IN"/>
        </a:p>
      </dgm:t>
    </dgm:pt>
    <dgm:pt modelId="{6CEA9E27-BB1F-4AF2-BB05-2E0C6D868C72}" type="sibTrans" cxnId="{0114E957-E275-4480-9972-B528B73E64C3}">
      <dgm:prSet/>
      <dgm:spPr/>
      <dgm:t>
        <a:bodyPr/>
        <a:lstStyle/>
        <a:p>
          <a:endParaRPr lang="en-IN"/>
        </a:p>
      </dgm:t>
    </dgm:pt>
    <dgm:pt modelId="{A30D58A5-D69D-4E4D-AAAA-88A8A665B8C8}">
      <dgm:prSet phldrT="[Text]" phldr="0"/>
      <dgm:spPr/>
      <dgm:t>
        <a:bodyPr/>
        <a:lstStyle/>
        <a:p>
          <a:r>
            <a:rPr lang="en-GB" dirty="0"/>
            <a:t>XGBC</a:t>
          </a:r>
          <a:endParaRPr lang="en-IN" dirty="0"/>
        </a:p>
      </dgm:t>
    </dgm:pt>
    <dgm:pt modelId="{48444986-1800-41CA-8BC1-CDF63FA72ABA}" type="parTrans" cxnId="{2AD23FBD-61A6-4AFF-B774-793E5FBB8D3E}">
      <dgm:prSet/>
      <dgm:spPr/>
      <dgm:t>
        <a:bodyPr/>
        <a:lstStyle/>
        <a:p>
          <a:endParaRPr lang="en-IN"/>
        </a:p>
      </dgm:t>
    </dgm:pt>
    <dgm:pt modelId="{7C201BC4-0724-4DD7-AC08-EDA6696EE272}" type="sibTrans" cxnId="{2AD23FBD-61A6-4AFF-B774-793E5FBB8D3E}">
      <dgm:prSet/>
      <dgm:spPr/>
      <dgm:t>
        <a:bodyPr/>
        <a:lstStyle/>
        <a:p>
          <a:endParaRPr lang="en-IN"/>
        </a:p>
      </dgm:t>
    </dgm:pt>
    <dgm:pt modelId="{62A4D0A2-D9F9-4E10-85DD-DED55808A9E2}">
      <dgm:prSet phldrT="[Text]" phldr="0"/>
      <dgm:spPr/>
      <dgm:t>
        <a:bodyPr/>
        <a:lstStyle/>
        <a:p>
          <a:endParaRPr lang="en-IN" dirty="0"/>
        </a:p>
      </dgm:t>
    </dgm:pt>
    <dgm:pt modelId="{A60A13A1-BB9E-4805-8FEE-B521DA379CAA}" type="parTrans" cxnId="{3A955CB4-7DF7-4DC4-8160-8F4E4285B369}">
      <dgm:prSet/>
      <dgm:spPr/>
      <dgm:t>
        <a:bodyPr/>
        <a:lstStyle/>
        <a:p>
          <a:endParaRPr lang="en-IN"/>
        </a:p>
      </dgm:t>
    </dgm:pt>
    <dgm:pt modelId="{514F2E78-139B-4157-952F-7B5F52A055C3}" type="sibTrans" cxnId="{3A955CB4-7DF7-4DC4-8160-8F4E4285B369}">
      <dgm:prSet/>
      <dgm:spPr/>
      <dgm:t>
        <a:bodyPr/>
        <a:lstStyle/>
        <a:p>
          <a:endParaRPr lang="en-IN"/>
        </a:p>
      </dgm:t>
    </dgm:pt>
    <dgm:pt modelId="{612FAF71-CF4D-4122-BFE1-14BF3FB2B096}" type="pres">
      <dgm:prSet presAssocID="{1F61CB89-843F-412A-96B6-891EA2A9C183}" presName="Name0" presStyleCnt="0">
        <dgm:presLayoutVars>
          <dgm:dir/>
          <dgm:animLvl val="lvl"/>
          <dgm:resizeHandles val="exact"/>
        </dgm:presLayoutVars>
      </dgm:prSet>
      <dgm:spPr/>
    </dgm:pt>
    <dgm:pt modelId="{D8D02C1D-1478-49F5-9483-D5B1077E10C0}" type="pres">
      <dgm:prSet presAssocID="{1F61CB89-843F-412A-96B6-891EA2A9C183}" presName="tSp" presStyleCnt="0"/>
      <dgm:spPr/>
    </dgm:pt>
    <dgm:pt modelId="{113A9CF0-1DC7-4604-A0C3-75F603B31477}" type="pres">
      <dgm:prSet presAssocID="{1F61CB89-843F-412A-96B6-891EA2A9C183}" presName="bSp" presStyleCnt="0"/>
      <dgm:spPr/>
    </dgm:pt>
    <dgm:pt modelId="{9C9FEBB2-28CB-40FE-9E28-383409A6865C}" type="pres">
      <dgm:prSet presAssocID="{1F61CB89-843F-412A-96B6-891EA2A9C183}" presName="process" presStyleCnt="0"/>
      <dgm:spPr/>
    </dgm:pt>
    <dgm:pt modelId="{22E9EE60-1A91-4D39-8634-7F4CF9DF1EF8}" type="pres">
      <dgm:prSet presAssocID="{2E788A82-E1EA-493D-B772-C104D151BE34}" presName="composite1" presStyleCnt="0"/>
      <dgm:spPr/>
    </dgm:pt>
    <dgm:pt modelId="{CCAC3541-B7F0-4D48-81A1-30314945800F}" type="pres">
      <dgm:prSet presAssocID="{2E788A82-E1EA-493D-B772-C104D151BE34}" presName="dummyNode1" presStyleLbl="node1" presStyleIdx="0" presStyleCnt="3"/>
      <dgm:spPr/>
    </dgm:pt>
    <dgm:pt modelId="{AAC2AF5D-56B6-494D-B3BD-6BB5A5CE6198}" type="pres">
      <dgm:prSet presAssocID="{2E788A82-E1EA-493D-B772-C104D151BE34}" presName="childNode1" presStyleLbl="bgAcc1" presStyleIdx="0" presStyleCnt="3" custScaleY="184827" custLinFactNeighborX="325" custLinFactNeighborY="-17722">
        <dgm:presLayoutVars>
          <dgm:bulletEnabled val="1"/>
        </dgm:presLayoutVars>
      </dgm:prSet>
      <dgm:spPr/>
    </dgm:pt>
    <dgm:pt modelId="{E9F8FD6D-DFAD-44F6-84F5-F4793721AD37}" type="pres">
      <dgm:prSet presAssocID="{2E788A82-E1EA-493D-B772-C104D151BE34}" presName="childNode1tx" presStyleLbl="bgAcc1" presStyleIdx="0" presStyleCnt="3">
        <dgm:presLayoutVars>
          <dgm:bulletEnabled val="1"/>
        </dgm:presLayoutVars>
      </dgm:prSet>
      <dgm:spPr/>
    </dgm:pt>
    <dgm:pt modelId="{EFB2F14F-AB99-4F21-8A1B-41991696EFFC}" type="pres">
      <dgm:prSet presAssocID="{2E788A82-E1EA-493D-B772-C104D151BE34}" presName="parentNode1" presStyleLbl="node1" presStyleIdx="0" presStyleCnt="3" custLinFactNeighborX="6943" custLinFactNeighborY="14703">
        <dgm:presLayoutVars>
          <dgm:chMax val="1"/>
          <dgm:bulletEnabled val="1"/>
        </dgm:presLayoutVars>
      </dgm:prSet>
      <dgm:spPr/>
    </dgm:pt>
    <dgm:pt modelId="{B432A81F-0D68-4474-BB2A-5331BC2A5C12}" type="pres">
      <dgm:prSet presAssocID="{2E788A82-E1EA-493D-B772-C104D151BE34}" presName="connSite1" presStyleCnt="0"/>
      <dgm:spPr/>
    </dgm:pt>
    <dgm:pt modelId="{A46848BD-3791-417E-8F79-DDA0254E538C}" type="pres">
      <dgm:prSet presAssocID="{22E14982-30B8-4CD4-8089-F8FEDE29DA48}" presName="Name9" presStyleLbl="sibTrans2D1" presStyleIdx="0" presStyleCnt="2" custLinFactNeighborX="1251" custLinFactNeighborY="7191"/>
      <dgm:spPr/>
    </dgm:pt>
    <dgm:pt modelId="{A1E369D1-3F50-4316-A13B-6C3E2B146CB2}" type="pres">
      <dgm:prSet presAssocID="{11048872-D255-41F9-B121-9531170AF633}" presName="composite2" presStyleCnt="0"/>
      <dgm:spPr/>
    </dgm:pt>
    <dgm:pt modelId="{65034958-2230-4854-83AC-8BB43270C5DB}" type="pres">
      <dgm:prSet presAssocID="{11048872-D255-41F9-B121-9531170AF633}" presName="dummyNode2" presStyleLbl="node1" presStyleIdx="0" presStyleCnt="3"/>
      <dgm:spPr/>
    </dgm:pt>
    <dgm:pt modelId="{12B3A153-7278-4EB7-8A14-12537592B959}" type="pres">
      <dgm:prSet presAssocID="{11048872-D255-41F9-B121-9531170AF633}" presName="childNode2" presStyleLbl="bgAcc1" presStyleIdx="1" presStyleCnt="3" custScaleY="157279" custLinFactNeighborX="3119" custLinFactNeighborY="2401">
        <dgm:presLayoutVars>
          <dgm:bulletEnabled val="1"/>
        </dgm:presLayoutVars>
      </dgm:prSet>
      <dgm:spPr/>
    </dgm:pt>
    <dgm:pt modelId="{CA255254-A17C-45C6-AB81-0A3F53FAA13F}" type="pres">
      <dgm:prSet presAssocID="{11048872-D255-41F9-B121-9531170AF633}" presName="childNode2tx" presStyleLbl="bgAcc1" presStyleIdx="1" presStyleCnt="3">
        <dgm:presLayoutVars>
          <dgm:bulletEnabled val="1"/>
        </dgm:presLayoutVars>
      </dgm:prSet>
      <dgm:spPr/>
    </dgm:pt>
    <dgm:pt modelId="{713CDF77-5F0E-4A1D-9308-19457EBA6109}" type="pres">
      <dgm:prSet presAssocID="{11048872-D255-41F9-B121-9531170AF633}" presName="parentNode2" presStyleLbl="node1" presStyleIdx="1" presStyleCnt="3" custLinFactNeighborX="731" custLinFactNeighborY="-81785">
        <dgm:presLayoutVars>
          <dgm:chMax val="0"/>
          <dgm:bulletEnabled val="1"/>
        </dgm:presLayoutVars>
      </dgm:prSet>
      <dgm:spPr/>
    </dgm:pt>
    <dgm:pt modelId="{1C295F1D-31DF-4E06-B1F9-BE212A52385F}" type="pres">
      <dgm:prSet presAssocID="{11048872-D255-41F9-B121-9531170AF633}" presName="connSite2" presStyleCnt="0"/>
      <dgm:spPr/>
    </dgm:pt>
    <dgm:pt modelId="{79BEB777-4400-4BFC-81CC-2DD03A98332B}" type="pres">
      <dgm:prSet presAssocID="{259388E7-80C3-40B8-ABA8-21E14D957EEA}" presName="Name18" presStyleLbl="sibTrans2D1" presStyleIdx="1" presStyleCnt="2" custLinFactNeighborX="30934" custLinFactNeighborY="-4753"/>
      <dgm:spPr/>
    </dgm:pt>
    <dgm:pt modelId="{9AF524F4-2FA0-4D5A-BE35-571F37D3055A}" type="pres">
      <dgm:prSet presAssocID="{4A8B61F9-586A-4BFD-87DF-85D6A2C071CA}" presName="composite1" presStyleCnt="0"/>
      <dgm:spPr/>
    </dgm:pt>
    <dgm:pt modelId="{42535FBE-9D21-423A-AC3B-2F9499DF998E}" type="pres">
      <dgm:prSet presAssocID="{4A8B61F9-586A-4BFD-87DF-85D6A2C071CA}" presName="dummyNode1" presStyleLbl="node1" presStyleIdx="1" presStyleCnt="3"/>
      <dgm:spPr/>
    </dgm:pt>
    <dgm:pt modelId="{DDA1DFD3-D200-43B0-B5DA-D044E9F8C426}" type="pres">
      <dgm:prSet presAssocID="{4A8B61F9-586A-4BFD-87DF-85D6A2C071CA}" presName="childNode1" presStyleLbl="bgAcc1" presStyleIdx="2" presStyleCnt="3" custScaleY="154454">
        <dgm:presLayoutVars>
          <dgm:bulletEnabled val="1"/>
        </dgm:presLayoutVars>
      </dgm:prSet>
      <dgm:spPr/>
    </dgm:pt>
    <dgm:pt modelId="{CA8D7145-02BE-460D-9E02-545BA5BA0777}" type="pres">
      <dgm:prSet presAssocID="{4A8B61F9-586A-4BFD-87DF-85D6A2C071CA}" presName="childNode1tx" presStyleLbl="bgAcc1" presStyleIdx="2" presStyleCnt="3">
        <dgm:presLayoutVars>
          <dgm:bulletEnabled val="1"/>
        </dgm:presLayoutVars>
      </dgm:prSet>
      <dgm:spPr/>
    </dgm:pt>
    <dgm:pt modelId="{614A2F28-88D2-4849-B42E-70B8029AA213}" type="pres">
      <dgm:prSet presAssocID="{4A8B61F9-586A-4BFD-87DF-85D6A2C071CA}" presName="parentNode1" presStyleLbl="node1" presStyleIdx="2" presStyleCnt="3" custLinFactY="11191" custLinFactNeighborX="141" custLinFactNeighborY="100000">
        <dgm:presLayoutVars>
          <dgm:chMax val="1"/>
          <dgm:bulletEnabled val="1"/>
        </dgm:presLayoutVars>
      </dgm:prSet>
      <dgm:spPr/>
    </dgm:pt>
    <dgm:pt modelId="{7BCCF8B8-988D-41DD-938D-8E19C4B1B54C}" type="pres">
      <dgm:prSet presAssocID="{4A8B61F9-586A-4BFD-87DF-85D6A2C071CA}" presName="connSite1" presStyleCnt="0"/>
      <dgm:spPr/>
    </dgm:pt>
  </dgm:ptLst>
  <dgm:cxnLst>
    <dgm:cxn modelId="{6D182500-81CE-4204-94CB-3190609B9B67}" srcId="{2E788A82-E1EA-493D-B772-C104D151BE34}" destId="{613CC979-0790-4B80-9B06-CD08205E23E5}" srcOrd="1" destOrd="0" parTransId="{B6BD92EB-05C9-44B0-BFE4-371E5AE53FB3}" sibTransId="{8DB7A2A2-C7A4-4FFA-8999-2AF26D3ED987}"/>
    <dgm:cxn modelId="{E0CEFF03-1E7B-4F25-A7F3-0AA58DE0F745}" srcId="{4A8B61F9-586A-4BFD-87DF-85D6A2C071CA}" destId="{B9CD04AC-A0B0-458C-B7A7-C8D928A0C7F9}" srcOrd="2" destOrd="0" parTransId="{75308EAD-99E6-46F9-A6A8-D2C9E9EEEF4F}" sibTransId="{D0F04362-A318-4768-B47D-C6971ADBEE55}"/>
    <dgm:cxn modelId="{B428E30D-41DD-4359-93E8-AFAD07725ACC}" type="presOf" srcId="{BC96918E-C4B2-4580-B373-9DDF6ED6DF7E}" destId="{CA255254-A17C-45C6-AB81-0A3F53FAA13F}" srcOrd="1" destOrd="2" presId="urn:microsoft.com/office/officeart/2005/8/layout/hProcess4"/>
    <dgm:cxn modelId="{38B40F0F-3806-49A1-A4AB-DE02D641F244}" srcId="{4A8B61F9-586A-4BFD-87DF-85D6A2C071CA}" destId="{2617C038-2D6A-49E1-BE9E-4EC4A80CA27C}" srcOrd="0" destOrd="0" parTransId="{871038D3-3D85-4B7E-87EF-E045CF1B6B89}" sibTransId="{ADBF846F-9C76-4DC6-9366-636E632A936F}"/>
    <dgm:cxn modelId="{4AD4B820-D410-48BE-9456-95FD39A6A76D}" type="presOf" srcId="{B9CD04AC-A0B0-458C-B7A7-C8D928A0C7F9}" destId="{DDA1DFD3-D200-43B0-B5DA-D044E9F8C426}" srcOrd="0" destOrd="2" presId="urn:microsoft.com/office/officeart/2005/8/layout/hProcess4"/>
    <dgm:cxn modelId="{F1B66F21-A5D5-475F-A907-03E6AC372728}" srcId="{2E788A82-E1EA-493D-B772-C104D151BE34}" destId="{ED9BF485-A712-43E1-9CDA-4906C31C62A4}" srcOrd="4" destOrd="0" parTransId="{D8BB1576-786E-48F4-99FD-C02F16F144B3}" sibTransId="{FCEE46BF-13EF-4C04-8DD4-4DDF6FE59F7F}"/>
    <dgm:cxn modelId="{34137322-EAF3-4423-B51A-4C0111204017}" type="presOf" srcId="{259388E7-80C3-40B8-ABA8-21E14D957EEA}" destId="{79BEB777-4400-4BFC-81CC-2DD03A98332B}" srcOrd="0" destOrd="0" presId="urn:microsoft.com/office/officeart/2005/8/layout/hProcess4"/>
    <dgm:cxn modelId="{0178F824-7860-4D64-A2D4-C8A6910C5256}" type="presOf" srcId="{BC96918E-C4B2-4580-B373-9DDF6ED6DF7E}" destId="{12B3A153-7278-4EB7-8A14-12537592B959}" srcOrd="0" destOrd="2" presId="urn:microsoft.com/office/officeart/2005/8/layout/hProcess4"/>
    <dgm:cxn modelId="{AA15EB27-FBB9-4844-A89E-4CB3BAD07909}" type="presOf" srcId="{227E1AFC-0D0E-4188-BC29-DC1F13153F51}" destId="{12B3A153-7278-4EB7-8A14-12537592B959}" srcOrd="0" destOrd="0" presId="urn:microsoft.com/office/officeart/2005/8/layout/hProcess4"/>
    <dgm:cxn modelId="{3546F330-A112-4266-924D-9A26E8B32A72}" type="presOf" srcId="{A30D58A5-D69D-4E4D-AAAA-88A8A665B8C8}" destId="{DDA1DFD3-D200-43B0-B5DA-D044E9F8C426}" srcOrd="0" destOrd="6" presId="urn:microsoft.com/office/officeart/2005/8/layout/hProcess4"/>
    <dgm:cxn modelId="{57AAF432-6E39-4E5B-813E-230C1254DECD}" type="presOf" srcId="{227E1AFC-0D0E-4188-BC29-DC1F13153F51}" destId="{CA255254-A17C-45C6-AB81-0A3F53FAA13F}" srcOrd="1" destOrd="0" presId="urn:microsoft.com/office/officeart/2005/8/layout/hProcess4"/>
    <dgm:cxn modelId="{C41DCC33-F3F5-4A60-BE1F-539C30F40BAE}" type="presOf" srcId="{0C60F37A-A04D-4E34-A1B6-33BA1F4ED36F}" destId="{CA8D7145-02BE-460D-9E02-545BA5BA0777}" srcOrd="1" destOrd="4" presId="urn:microsoft.com/office/officeart/2005/8/layout/hProcess4"/>
    <dgm:cxn modelId="{F4B5C139-0050-4209-B10D-9E27BD46D40E}" srcId="{2E788A82-E1EA-493D-B772-C104D151BE34}" destId="{92C7AA2B-3490-4EF0-BB3E-2EC90E3B65C0}" srcOrd="3" destOrd="0" parTransId="{9B373480-CBD0-450E-9056-C56DB389DF03}" sibTransId="{5B773688-30B2-4C5D-9749-58BCE3B4FB64}"/>
    <dgm:cxn modelId="{0FE2083A-7245-42B9-9903-4EBCF886FBDD}" type="presOf" srcId="{0C60F37A-A04D-4E34-A1B6-33BA1F4ED36F}" destId="{DDA1DFD3-D200-43B0-B5DA-D044E9F8C426}" srcOrd="0" destOrd="4" presId="urn:microsoft.com/office/officeart/2005/8/layout/hProcess4"/>
    <dgm:cxn modelId="{3F22753B-A14C-4860-9B74-54546AFFF6D9}" type="presOf" srcId="{62A4D0A2-D9F9-4E10-85DD-DED55808A9E2}" destId="{CA8D7145-02BE-460D-9E02-545BA5BA0777}" srcOrd="1" destOrd="5" presId="urn:microsoft.com/office/officeart/2005/8/layout/hProcess4"/>
    <dgm:cxn modelId="{0BB7133C-C9BE-4484-9AD0-FBDD44C8DC54}" type="presOf" srcId="{613CC979-0790-4B80-9B06-CD08205E23E5}" destId="{E9F8FD6D-DFAD-44F6-84F5-F4793721AD37}" srcOrd="1" destOrd="1" presId="urn:microsoft.com/office/officeart/2005/8/layout/hProcess4"/>
    <dgm:cxn modelId="{B852DA3E-0C2F-4D08-BD1A-AF3596115F6C}" srcId="{1F61CB89-843F-412A-96B6-891EA2A9C183}" destId="{4A8B61F9-586A-4BFD-87DF-85D6A2C071CA}" srcOrd="2" destOrd="0" parTransId="{982996FD-7044-4836-9011-0565BCEFE040}" sibTransId="{CFD74D17-BF0E-44B2-A547-80D9EEB072CA}"/>
    <dgm:cxn modelId="{4E52983F-369A-4624-ACF5-20F9CC61EB2B}" srcId="{2E788A82-E1EA-493D-B772-C104D151BE34}" destId="{3C353181-B6D4-4D3E-9C69-250A34C0588A}" srcOrd="0" destOrd="0" parTransId="{DE8BFF3D-C023-4862-88F8-D3B076137A3A}" sibTransId="{43920D57-F14B-49BB-8B4C-CD4EFA2BAA51}"/>
    <dgm:cxn modelId="{F2C30240-0F70-4935-845A-940823484A2E}" type="presOf" srcId="{B9CD04AC-A0B0-458C-B7A7-C8D928A0C7F9}" destId="{CA8D7145-02BE-460D-9E02-545BA5BA0777}" srcOrd="1" destOrd="2" presId="urn:microsoft.com/office/officeart/2005/8/layout/hProcess4"/>
    <dgm:cxn modelId="{2275865E-690B-41AF-B745-E6503685815E}" type="presOf" srcId="{ED9BF485-A712-43E1-9CDA-4906C31C62A4}" destId="{AAC2AF5D-56B6-494D-B3BD-6BB5A5CE6198}" srcOrd="0" destOrd="4" presId="urn:microsoft.com/office/officeart/2005/8/layout/hProcess4"/>
    <dgm:cxn modelId="{FE16E260-85C7-40CB-9D7F-9E422BCB8037}" srcId="{1F61CB89-843F-412A-96B6-891EA2A9C183}" destId="{2E788A82-E1EA-493D-B772-C104D151BE34}" srcOrd="0" destOrd="0" parTransId="{8CE5C9D8-BA72-463F-BD45-073759CE5566}" sibTransId="{22E14982-30B8-4CD4-8089-F8FEDE29DA48}"/>
    <dgm:cxn modelId="{050D1B62-ED82-4A28-A8B1-AF56178394C4}" type="presOf" srcId="{11048872-D255-41F9-B121-9531170AF633}" destId="{713CDF77-5F0E-4A1D-9308-19457EBA6109}" srcOrd="0" destOrd="0" presId="urn:microsoft.com/office/officeart/2005/8/layout/hProcess4"/>
    <dgm:cxn modelId="{87A3F844-40BD-49C7-A3FE-1FBB3FBF0FFA}" type="presOf" srcId="{996B716D-E8CE-437A-854F-C3F1D8BCDCB6}" destId="{E9F8FD6D-DFAD-44F6-84F5-F4793721AD37}" srcOrd="1" destOrd="6" presId="urn:microsoft.com/office/officeart/2005/8/layout/hProcess4"/>
    <dgm:cxn modelId="{C333E166-02E2-4C51-97AF-05F181604931}" type="presOf" srcId="{62A4D0A2-D9F9-4E10-85DD-DED55808A9E2}" destId="{DDA1DFD3-D200-43B0-B5DA-D044E9F8C426}" srcOrd="0" destOrd="5" presId="urn:microsoft.com/office/officeart/2005/8/layout/hProcess4"/>
    <dgm:cxn modelId="{FB2C8E67-4A90-4EE4-AF50-877E756A805B}" type="presOf" srcId="{8C9B0343-E0E1-4D86-A1BE-5100C10FF238}" destId="{E9F8FD6D-DFAD-44F6-84F5-F4793721AD37}" srcOrd="1" destOrd="2" presId="urn:microsoft.com/office/officeart/2005/8/layout/hProcess4"/>
    <dgm:cxn modelId="{ED3ACA4E-E173-4308-8A49-D457DC86AFF1}" type="presOf" srcId="{92C7AA2B-3490-4EF0-BB3E-2EC90E3B65C0}" destId="{E9F8FD6D-DFAD-44F6-84F5-F4793721AD37}" srcOrd="1" destOrd="3" presId="urn:microsoft.com/office/officeart/2005/8/layout/hProcess4"/>
    <dgm:cxn modelId="{57D87271-D8D2-4F3D-8F95-F97B40019566}" srcId="{2E788A82-E1EA-493D-B772-C104D151BE34}" destId="{996B716D-E8CE-437A-854F-C3F1D8BCDCB6}" srcOrd="6" destOrd="0" parTransId="{3DADA5AF-7055-4D48-AEF1-4C6FC87EEAEF}" sibTransId="{8246E352-2EB9-4D0E-AE6F-D209EAC7C5DA}"/>
    <dgm:cxn modelId="{C7685F72-AB92-4D91-9853-3F0599FED5B7}" srcId="{1F61CB89-843F-412A-96B6-891EA2A9C183}" destId="{11048872-D255-41F9-B121-9531170AF633}" srcOrd="1" destOrd="0" parTransId="{1BE60138-4EC0-4B55-9ADC-39D20E7C425E}" sibTransId="{259388E7-80C3-40B8-ABA8-21E14D957EEA}"/>
    <dgm:cxn modelId="{62D36F73-2E9A-431E-97FB-CECCC4BBC435}" type="presOf" srcId="{2E788A82-E1EA-493D-B772-C104D151BE34}" destId="{EFB2F14F-AB99-4F21-8A1B-41991696EFFC}" srcOrd="0" destOrd="0" presId="urn:microsoft.com/office/officeart/2005/8/layout/hProcess4"/>
    <dgm:cxn modelId="{0114E957-E275-4480-9972-B528B73E64C3}" srcId="{4A8B61F9-586A-4BFD-87DF-85D6A2C071CA}" destId="{0C60F37A-A04D-4E34-A1B6-33BA1F4ED36F}" srcOrd="4" destOrd="0" parTransId="{016B5ED6-C8EE-41FA-B1FE-74D9355F0657}" sibTransId="{6CEA9E27-BB1F-4AF2-BB05-2E0C6D868C72}"/>
    <dgm:cxn modelId="{EE9F5259-615B-4071-83A5-0F7E25E0BB76}" type="presOf" srcId="{B231D798-B68B-4C0A-BB89-C5BBDA99C18B}" destId="{E9F8FD6D-DFAD-44F6-84F5-F4793721AD37}" srcOrd="1" destOrd="5" presId="urn:microsoft.com/office/officeart/2005/8/layout/hProcess4"/>
    <dgm:cxn modelId="{8867497B-FF88-4E24-99F6-F02C937D1BD3}" type="presOf" srcId="{B442C44B-D355-4D04-B000-4E9E6E2C71E9}" destId="{CA8D7145-02BE-460D-9E02-545BA5BA0777}" srcOrd="1" destOrd="3" presId="urn:microsoft.com/office/officeart/2005/8/layout/hProcess4"/>
    <dgm:cxn modelId="{46331A83-AF8D-4B01-B3A3-02FFA96622C4}" srcId="{11048872-D255-41F9-B121-9531170AF633}" destId="{227E1AFC-0D0E-4188-BC29-DC1F13153F51}" srcOrd="0" destOrd="0" parTransId="{C4AE03FD-DCDF-4DC2-A6BE-C6B40443C6D6}" sibTransId="{4181AB7B-A833-400C-964B-358560915CB8}"/>
    <dgm:cxn modelId="{8DE20A86-6A6C-4757-992B-F6D3FB99D397}" srcId="{4A8B61F9-586A-4BFD-87DF-85D6A2C071CA}" destId="{3F4C4D7E-0FDE-4FB5-9C57-C274023A3746}" srcOrd="1" destOrd="0" parTransId="{631B7C1F-AEDE-4C1C-8E3A-0824F4C6FEC4}" sibTransId="{A59C611B-76A9-4338-9A5A-75C26F522777}"/>
    <dgm:cxn modelId="{B9BC5887-531A-473E-BBFA-AC86C917F66B}" type="presOf" srcId="{B231D798-B68B-4C0A-BB89-C5BBDA99C18B}" destId="{AAC2AF5D-56B6-494D-B3BD-6BB5A5CE6198}" srcOrd="0" destOrd="5" presId="urn:microsoft.com/office/officeart/2005/8/layout/hProcess4"/>
    <dgm:cxn modelId="{68E2298D-07EB-4A25-8B35-1569700B9AB9}" type="presOf" srcId="{ED9BF485-A712-43E1-9CDA-4906C31C62A4}" destId="{E9F8FD6D-DFAD-44F6-84F5-F4793721AD37}" srcOrd="1" destOrd="4" presId="urn:microsoft.com/office/officeart/2005/8/layout/hProcess4"/>
    <dgm:cxn modelId="{CB7C5896-F61C-4E84-B578-A1EA5E984286}" type="presOf" srcId="{4A8B61F9-586A-4BFD-87DF-85D6A2C071CA}" destId="{614A2F28-88D2-4849-B42E-70B8029AA213}" srcOrd="0" destOrd="0" presId="urn:microsoft.com/office/officeart/2005/8/layout/hProcess4"/>
    <dgm:cxn modelId="{72F1DD9B-6A3A-4A19-872C-AF984C5BB0A5}" type="presOf" srcId="{2617C038-2D6A-49E1-BE9E-4EC4A80CA27C}" destId="{CA8D7145-02BE-460D-9E02-545BA5BA0777}" srcOrd="1" destOrd="0" presId="urn:microsoft.com/office/officeart/2005/8/layout/hProcess4"/>
    <dgm:cxn modelId="{E8E1CFA2-17AC-4D20-8866-CA827C6418BC}" type="presOf" srcId="{3C353181-B6D4-4D3E-9C69-250A34C0588A}" destId="{E9F8FD6D-DFAD-44F6-84F5-F4793721AD37}" srcOrd="1" destOrd="0" presId="urn:microsoft.com/office/officeart/2005/8/layout/hProcess4"/>
    <dgm:cxn modelId="{0CE4D0A2-C9BA-439B-90FB-64F25AC32B9D}" type="presOf" srcId="{22E14982-30B8-4CD4-8089-F8FEDE29DA48}" destId="{A46848BD-3791-417E-8F79-DDA0254E538C}" srcOrd="0" destOrd="0" presId="urn:microsoft.com/office/officeart/2005/8/layout/hProcess4"/>
    <dgm:cxn modelId="{4EFAE7AE-C962-414D-9C74-736DF32535DF}" srcId="{2E788A82-E1EA-493D-B772-C104D151BE34}" destId="{8C9B0343-E0E1-4D86-A1BE-5100C10FF238}" srcOrd="2" destOrd="0" parTransId="{6760A54F-E903-4D9E-8EDF-FBF83EDACB7D}" sibTransId="{1A2EE314-759F-459E-BBE7-DBE650AF4D76}"/>
    <dgm:cxn modelId="{3A955CB4-7DF7-4DC4-8160-8F4E4285B369}" srcId="{4A8B61F9-586A-4BFD-87DF-85D6A2C071CA}" destId="{62A4D0A2-D9F9-4E10-85DD-DED55808A9E2}" srcOrd="5" destOrd="0" parTransId="{A60A13A1-BB9E-4805-8FEE-B521DA379CAA}" sibTransId="{514F2E78-139B-4157-952F-7B5F52A055C3}"/>
    <dgm:cxn modelId="{2AD23FBD-61A6-4AFF-B774-793E5FBB8D3E}" srcId="{4A8B61F9-586A-4BFD-87DF-85D6A2C071CA}" destId="{A30D58A5-D69D-4E4D-AAAA-88A8A665B8C8}" srcOrd="6" destOrd="0" parTransId="{48444986-1800-41CA-8BC1-CDF63FA72ABA}" sibTransId="{7C201BC4-0724-4DD7-AC08-EDA6696EE272}"/>
    <dgm:cxn modelId="{671819BF-61E1-4687-A16C-6B5F1A6DD403}" type="presOf" srcId="{49E4E89F-DF2C-44F2-811D-4429D2AD3201}" destId="{12B3A153-7278-4EB7-8A14-12537592B959}" srcOrd="0" destOrd="1" presId="urn:microsoft.com/office/officeart/2005/8/layout/hProcess4"/>
    <dgm:cxn modelId="{4E30EFC2-2D09-4CFF-8F1A-B61CA44E7E5E}" srcId="{2E788A82-E1EA-493D-B772-C104D151BE34}" destId="{B231D798-B68B-4C0A-BB89-C5BBDA99C18B}" srcOrd="5" destOrd="0" parTransId="{956778FB-21D6-401D-B211-CBBACBF6CEB6}" sibTransId="{8F0743DD-9121-4C8F-A313-AD964E3E1C8B}"/>
    <dgm:cxn modelId="{2D8BF8C2-620D-4992-B59F-52D058DF892E}" srcId="{11048872-D255-41F9-B121-9531170AF633}" destId="{49E4E89F-DF2C-44F2-811D-4429D2AD3201}" srcOrd="1" destOrd="0" parTransId="{FE36663D-78E7-48C9-B31E-24EF6C4D2491}" sibTransId="{0BFC5FDA-FF72-44B3-B7B9-4F51D1F6F79D}"/>
    <dgm:cxn modelId="{6F2F4DC5-2CB2-4FE2-981D-C79830166EBE}" type="presOf" srcId="{613CC979-0790-4B80-9B06-CD08205E23E5}" destId="{AAC2AF5D-56B6-494D-B3BD-6BB5A5CE6198}" srcOrd="0" destOrd="1" presId="urn:microsoft.com/office/officeart/2005/8/layout/hProcess4"/>
    <dgm:cxn modelId="{BB774EC7-A449-4283-A04B-2DC6E1B7F414}" type="presOf" srcId="{8C9B0343-E0E1-4D86-A1BE-5100C10FF238}" destId="{AAC2AF5D-56B6-494D-B3BD-6BB5A5CE6198}" srcOrd="0" destOrd="2" presId="urn:microsoft.com/office/officeart/2005/8/layout/hProcess4"/>
    <dgm:cxn modelId="{033971CC-2065-4167-A87B-F22D61A08A75}" type="presOf" srcId="{996B716D-E8CE-437A-854F-C3F1D8BCDCB6}" destId="{AAC2AF5D-56B6-494D-B3BD-6BB5A5CE6198}" srcOrd="0" destOrd="6" presId="urn:microsoft.com/office/officeart/2005/8/layout/hProcess4"/>
    <dgm:cxn modelId="{A8E6DECC-51B4-4A72-A200-D8E217898F74}" type="presOf" srcId="{92C7AA2B-3490-4EF0-BB3E-2EC90E3B65C0}" destId="{AAC2AF5D-56B6-494D-B3BD-6BB5A5CE6198}" srcOrd="0" destOrd="3" presId="urn:microsoft.com/office/officeart/2005/8/layout/hProcess4"/>
    <dgm:cxn modelId="{C9CE5DD2-774A-4574-B90C-E68886623F7A}" type="presOf" srcId="{A30D58A5-D69D-4E4D-AAAA-88A8A665B8C8}" destId="{CA8D7145-02BE-460D-9E02-545BA5BA0777}" srcOrd="1" destOrd="6" presId="urn:microsoft.com/office/officeart/2005/8/layout/hProcess4"/>
    <dgm:cxn modelId="{EEFE95E1-B24B-462C-BFC5-229A167D1968}" srcId="{11048872-D255-41F9-B121-9531170AF633}" destId="{BC96918E-C4B2-4580-B373-9DDF6ED6DF7E}" srcOrd="2" destOrd="0" parTransId="{971F5BA1-968D-4184-A094-E07C72B35640}" sibTransId="{15F44DF4-8F32-4019-938A-BB871BBF59DA}"/>
    <dgm:cxn modelId="{E7A52BE5-B3D0-48C2-9641-0219B1A6E08D}" type="presOf" srcId="{1F61CB89-843F-412A-96B6-891EA2A9C183}" destId="{612FAF71-CF4D-4122-BFE1-14BF3FB2B096}" srcOrd="0" destOrd="0" presId="urn:microsoft.com/office/officeart/2005/8/layout/hProcess4"/>
    <dgm:cxn modelId="{DEB47DE8-126D-4ADB-8C8E-8817468B2DC0}" type="presOf" srcId="{3F4C4D7E-0FDE-4FB5-9C57-C274023A3746}" destId="{CA8D7145-02BE-460D-9E02-545BA5BA0777}" srcOrd="1" destOrd="1" presId="urn:microsoft.com/office/officeart/2005/8/layout/hProcess4"/>
    <dgm:cxn modelId="{83E8ABED-247B-4C82-A658-45AB7DFA4368}" srcId="{4A8B61F9-586A-4BFD-87DF-85D6A2C071CA}" destId="{B442C44B-D355-4D04-B000-4E9E6E2C71E9}" srcOrd="3" destOrd="0" parTransId="{BFA1E254-2D65-4E2B-B115-8C86CB2BE326}" sibTransId="{BE1FA96E-E5BB-406E-BD92-1CD3AD78A34D}"/>
    <dgm:cxn modelId="{0AB468EE-6C7D-47A5-B4A2-6A4FEE2EAB53}" type="presOf" srcId="{2617C038-2D6A-49E1-BE9E-4EC4A80CA27C}" destId="{DDA1DFD3-D200-43B0-B5DA-D044E9F8C426}" srcOrd="0" destOrd="0" presId="urn:microsoft.com/office/officeart/2005/8/layout/hProcess4"/>
    <dgm:cxn modelId="{71175CF1-F772-4DAA-8F40-E5F3507926FD}" type="presOf" srcId="{B442C44B-D355-4D04-B000-4E9E6E2C71E9}" destId="{DDA1DFD3-D200-43B0-B5DA-D044E9F8C426}" srcOrd="0" destOrd="3" presId="urn:microsoft.com/office/officeart/2005/8/layout/hProcess4"/>
    <dgm:cxn modelId="{83812FFA-3880-478F-87D4-5A70E27BEECD}" type="presOf" srcId="{3F4C4D7E-0FDE-4FB5-9C57-C274023A3746}" destId="{DDA1DFD3-D200-43B0-B5DA-D044E9F8C426}" srcOrd="0" destOrd="1" presId="urn:microsoft.com/office/officeart/2005/8/layout/hProcess4"/>
    <dgm:cxn modelId="{74115EFD-4591-46B9-85FC-5F817B09CC33}" type="presOf" srcId="{3C353181-B6D4-4D3E-9C69-250A34C0588A}" destId="{AAC2AF5D-56B6-494D-B3BD-6BB5A5CE6198}" srcOrd="0" destOrd="0" presId="urn:microsoft.com/office/officeart/2005/8/layout/hProcess4"/>
    <dgm:cxn modelId="{2D2A96FF-860E-489C-92E3-B7BB0C814138}" type="presOf" srcId="{49E4E89F-DF2C-44F2-811D-4429D2AD3201}" destId="{CA255254-A17C-45C6-AB81-0A3F53FAA13F}" srcOrd="1" destOrd="1" presId="urn:microsoft.com/office/officeart/2005/8/layout/hProcess4"/>
    <dgm:cxn modelId="{5D213A2D-E3F7-4874-8A9D-696A43F9D5B8}" type="presParOf" srcId="{612FAF71-CF4D-4122-BFE1-14BF3FB2B096}" destId="{D8D02C1D-1478-49F5-9483-D5B1077E10C0}" srcOrd="0" destOrd="0" presId="urn:microsoft.com/office/officeart/2005/8/layout/hProcess4"/>
    <dgm:cxn modelId="{E1E648D2-0518-40C7-B7D4-C06BDFE240EB}" type="presParOf" srcId="{612FAF71-CF4D-4122-BFE1-14BF3FB2B096}" destId="{113A9CF0-1DC7-4604-A0C3-75F603B31477}" srcOrd="1" destOrd="0" presId="urn:microsoft.com/office/officeart/2005/8/layout/hProcess4"/>
    <dgm:cxn modelId="{42AE7DEC-E30A-4F6C-82CB-67A75ACC701A}" type="presParOf" srcId="{612FAF71-CF4D-4122-BFE1-14BF3FB2B096}" destId="{9C9FEBB2-28CB-40FE-9E28-383409A6865C}" srcOrd="2" destOrd="0" presId="urn:microsoft.com/office/officeart/2005/8/layout/hProcess4"/>
    <dgm:cxn modelId="{547CF4F0-F6CA-42DC-9C75-6D4FA840639E}" type="presParOf" srcId="{9C9FEBB2-28CB-40FE-9E28-383409A6865C}" destId="{22E9EE60-1A91-4D39-8634-7F4CF9DF1EF8}" srcOrd="0" destOrd="0" presId="urn:microsoft.com/office/officeart/2005/8/layout/hProcess4"/>
    <dgm:cxn modelId="{89064E9B-1D06-4687-808D-9D6A226A9884}" type="presParOf" srcId="{22E9EE60-1A91-4D39-8634-7F4CF9DF1EF8}" destId="{CCAC3541-B7F0-4D48-81A1-30314945800F}" srcOrd="0" destOrd="0" presId="urn:microsoft.com/office/officeart/2005/8/layout/hProcess4"/>
    <dgm:cxn modelId="{5BC82EA3-98CF-478F-90BE-A5DC464E04A1}" type="presParOf" srcId="{22E9EE60-1A91-4D39-8634-7F4CF9DF1EF8}" destId="{AAC2AF5D-56B6-494D-B3BD-6BB5A5CE6198}" srcOrd="1" destOrd="0" presId="urn:microsoft.com/office/officeart/2005/8/layout/hProcess4"/>
    <dgm:cxn modelId="{254CD38B-D9D6-4A26-908B-CB0AFB3E502B}" type="presParOf" srcId="{22E9EE60-1A91-4D39-8634-7F4CF9DF1EF8}" destId="{E9F8FD6D-DFAD-44F6-84F5-F4793721AD37}" srcOrd="2" destOrd="0" presId="urn:microsoft.com/office/officeart/2005/8/layout/hProcess4"/>
    <dgm:cxn modelId="{41974A11-18C0-4C90-837B-A2140B3C6A38}" type="presParOf" srcId="{22E9EE60-1A91-4D39-8634-7F4CF9DF1EF8}" destId="{EFB2F14F-AB99-4F21-8A1B-41991696EFFC}" srcOrd="3" destOrd="0" presId="urn:microsoft.com/office/officeart/2005/8/layout/hProcess4"/>
    <dgm:cxn modelId="{36AFACBC-6DE8-4BA2-9939-3108DAE6087A}" type="presParOf" srcId="{22E9EE60-1A91-4D39-8634-7F4CF9DF1EF8}" destId="{B432A81F-0D68-4474-BB2A-5331BC2A5C12}" srcOrd="4" destOrd="0" presId="urn:microsoft.com/office/officeart/2005/8/layout/hProcess4"/>
    <dgm:cxn modelId="{2F8A2A75-ADAA-4261-8161-7110472DFDC0}" type="presParOf" srcId="{9C9FEBB2-28CB-40FE-9E28-383409A6865C}" destId="{A46848BD-3791-417E-8F79-DDA0254E538C}" srcOrd="1" destOrd="0" presId="urn:microsoft.com/office/officeart/2005/8/layout/hProcess4"/>
    <dgm:cxn modelId="{C88D7017-1A20-4056-A6DF-841FBA01AF1C}" type="presParOf" srcId="{9C9FEBB2-28CB-40FE-9E28-383409A6865C}" destId="{A1E369D1-3F50-4316-A13B-6C3E2B146CB2}" srcOrd="2" destOrd="0" presId="urn:microsoft.com/office/officeart/2005/8/layout/hProcess4"/>
    <dgm:cxn modelId="{2A6AEB0B-D3C7-454B-8B84-0DAFC82FD02C}" type="presParOf" srcId="{A1E369D1-3F50-4316-A13B-6C3E2B146CB2}" destId="{65034958-2230-4854-83AC-8BB43270C5DB}" srcOrd="0" destOrd="0" presId="urn:microsoft.com/office/officeart/2005/8/layout/hProcess4"/>
    <dgm:cxn modelId="{513E0C0E-C5B2-414F-9680-832A285B1CBA}" type="presParOf" srcId="{A1E369D1-3F50-4316-A13B-6C3E2B146CB2}" destId="{12B3A153-7278-4EB7-8A14-12537592B959}" srcOrd="1" destOrd="0" presId="urn:microsoft.com/office/officeart/2005/8/layout/hProcess4"/>
    <dgm:cxn modelId="{533B6B7D-6F9B-4748-8A0A-A16449390C93}" type="presParOf" srcId="{A1E369D1-3F50-4316-A13B-6C3E2B146CB2}" destId="{CA255254-A17C-45C6-AB81-0A3F53FAA13F}" srcOrd="2" destOrd="0" presId="urn:microsoft.com/office/officeart/2005/8/layout/hProcess4"/>
    <dgm:cxn modelId="{837799BE-3FE0-4D96-B5D4-650D1F75D36A}" type="presParOf" srcId="{A1E369D1-3F50-4316-A13B-6C3E2B146CB2}" destId="{713CDF77-5F0E-4A1D-9308-19457EBA6109}" srcOrd="3" destOrd="0" presId="urn:microsoft.com/office/officeart/2005/8/layout/hProcess4"/>
    <dgm:cxn modelId="{C1B99DFD-434B-4004-AFFE-3C155FB33B8F}" type="presParOf" srcId="{A1E369D1-3F50-4316-A13B-6C3E2B146CB2}" destId="{1C295F1D-31DF-4E06-B1F9-BE212A52385F}" srcOrd="4" destOrd="0" presId="urn:microsoft.com/office/officeart/2005/8/layout/hProcess4"/>
    <dgm:cxn modelId="{5A31243B-57BC-4C1D-AEA9-045CFD6969E5}" type="presParOf" srcId="{9C9FEBB2-28CB-40FE-9E28-383409A6865C}" destId="{79BEB777-4400-4BFC-81CC-2DD03A98332B}" srcOrd="3" destOrd="0" presId="urn:microsoft.com/office/officeart/2005/8/layout/hProcess4"/>
    <dgm:cxn modelId="{A599D73B-B24B-4A72-A246-A30C50B075BB}" type="presParOf" srcId="{9C9FEBB2-28CB-40FE-9E28-383409A6865C}" destId="{9AF524F4-2FA0-4D5A-BE35-571F37D3055A}" srcOrd="4" destOrd="0" presId="urn:microsoft.com/office/officeart/2005/8/layout/hProcess4"/>
    <dgm:cxn modelId="{5B07F9AA-48C9-4C56-B27F-FF19122BCDBC}" type="presParOf" srcId="{9AF524F4-2FA0-4D5A-BE35-571F37D3055A}" destId="{42535FBE-9D21-423A-AC3B-2F9499DF998E}" srcOrd="0" destOrd="0" presId="urn:microsoft.com/office/officeart/2005/8/layout/hProcess4"/>
    <dgm:cxn modelId="{B6A441BE-E0CE-43A5-A04F-6E295D5D9C99}" type="presParOf" srcId="{9AF524F4-2FA0-4D5A-BE35-571F37D3055A}" destId="{DDA1DFD3-D200-43B0-B5DA-D044E9F8C426}" srcOrd="1" destOrd="0" presId="urn:microsoft.com/office/officeart/2005/8/layout/hProcess4"/>
    <dgm:cxn modelId="{2CCE42FB-8DAE-42DF-8C93-76FDC2B5633E}" type="presParOf" srcId="{9AF524F4-2FA0-4D5A-BE35-571F37D3055A}" destId="{CA8D7145-02BE-460D-9E02-545BA5BA0777}" srcOrd="2" destOrd="0" presId="urn:microsoft.com/office/officeart/2005/8/layout/hProcess4"/>
    <dgm:cxn modelId="{1D7ECFD4-2B22-4BFC-B928-FF3A008FE4D1}" type="presParOf" srcId="{9AF524F4-2FA0-4D5A-BE35-571F37D3055A}" destId="{614A2F28-88D2-4849-B42E-70B8029AA213}" srcOrd="3" destOrd="0" presId="urn:microsoft.com/office/officeart/2005/8/layout/hProcess4"/>
    <dgm:cxn modelId="{993EAD28-A339-478F-A50C-1DDC4C15AC92}" type="presParOf" srcId="{9AF524F4-2FA0-4D5A-BE35-571F37D3055A}" destId="{7BCCF8B8-988D-41DD-938D-8E19C4B1B54C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F42E06-B038-4819-B25B-0DF88E7A3136}" type="doc">
      <dgm:prSet loTypeId="urn:microsoft.com/office/officeart/2005/8/layout/cycle4" loCatId="matrix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0ECBECF-38CA-40CD-A881-76D2415F1A3C}">
      <dgm:prSet phldrT="[Text]" custT="1"/>
      <dgm:spPr/>
      <dgm:t>
        <a:bodyPr/>
        <a:lstStyle/>
        <a:p>
          <a:pPr>
            <a:buFontTx/>
            <a:buNone/>
          </a:pPr>
          <a:endParaRPr lang="en-IN" sz="2100" dirty="0"/>
        </a:p>
        <a:p>
          <a:pPr>
            <a:buFontTx/>
            <a:buNone/>
          </a:pPr>
          <a:r>
            <a:rPr lang="en-IN" sz="2000" b="0" i="0" dirty="0"/>
            <a:t>Training Accuracy :  100</a:t>
          </a:r>
          <a:r>
            <a:rPr lang="en-GB" sz="2000" b="1" dirty="0"/>
            <a:t>%</a:t>
          </a:r>
          <a:endParaRPr lang="en-IN" sz="2000" b="0" i="0" dirty="0"/>
        </a:p>
        <a:p>
          <a:pPr>
            <a:buNone/>
          </a:pPr>
          <a:r>
            <a:rPr lang="en-IN" sz="2000" b="0" i="0" dirty="0"/>
            <a:t>Test Accuracy :  98</a:t>
          </a:r>
          <a:r>
            <a:rPr lang="en-GB" sz="2000" b="1" dirty="0"/>
            <a:t>%</a:t>
          </a:r>
          <a:endParaRPr lang="en-IN" sz="2000" b="1" dirty="0"/>
        </a:p>
      </dgm:t>
    </dgm:pt>
    <dgm:pt modelId="{A367983C-7156-4B2C-A460-B4EA4532816E}" type="parTrans" cxnId="{163CCBEE-9657-443C-98E0-451D0A189F7B}">
      <dgm:prSet/>
      <dgm:spPr/>
      <dgm:t>
        <a:bodyPr/>
        <a:lstStyle/>
        <a:p>
          <a:endParaRPr lang="en-IN"/>
        </a:p>
      </dgm:t>
    </dgm:pt>
    <dgm:pt modelId="{AFADAF44-CF9E-4B14-966C-6F67D21BDD6E}" type="sibTrans" cxnId="{163CCBEE-9657-443C-98E0-451D0A189F7B}">
      <dgm:prSet/>
      <dgm:spPr/>
      <dgm:t>
        <a:bodyPr/>
        <a:lstStyle/>
        <a:p>
          <a:endParaRPr lang="en-IN"/>
        </a:p>
      </dgm:t>
    </dgm:pt>
    <dgm:pt modelId="{0BCE7E71-2627-4E25-A899-176D8B886491}">
      <dgm:prSet phldrT="[Text]" phldr="0" custT="1"/>
      <dgm:spPr/>
      <dgm:t>
        <a:bodyPr/>
        <a:lstStyle/>
        <a:p>
          <a:pPr>
            <a:buFontTx/>
            <a:buNone/>
          </a:pPr>
          <a:r>
            <a:rPr lang="en-GB" sz="2400" b="1" dirty="0"/>
            <a:t>LOGISTIC :</a:t>
          </a:r>
          <a:endParaRPr lang="en-IN" sz="2400" b="1" dirty="0"/>
        </a:p>
      </dgm:t>
    </dgm:pt>
    <dgm:pt modelId="{6DF1C0E9-9847-43E6-BED9-D9274309A318}" type="parTrans" cxnId="{516283E4-FBE4-4AF3-A86C-FFB7B5BBA533}">
      <dgm:prSet/>
      <dgm:spPr/>
      <dgm:t>
        <a:bodyPr/>
        <a:lstStyle/>
        <a:p>
          <a:endParaRPr lang="en-IN"/>
        </a:p>
      </dgm:t>
    </dgm:pt>
    <dgm:pt modelId="{E1B14EFD-BE9F-4792-8701-85AD8964528B}" type="sibTrans" cxnId="{516283E4-FBE4-4AF3-A86C-FFB7B5BBA533}">
      <dgm:prSet/>
      <dgm:spPr/>
      <dgm:t>
        <a:bodyPr/>
        <a:lstStyle/>
        <a:p>
          <a:endParaRPr lang="en-IN"/>
        </a:p>
      </dgm:t>
    </dgm:pt>
    <dgm:pt modelId="{FF586A83-3951-4CCD-A2F1-63B68E75C992}">
      <dgm:prSet phldrT="[Text]" custT="1"/>
      <dgm:spPr/>
      <dgm:t>
        <a:bodyPr/>
        <a:lstStyle/>
        <a:p>
          <a:pPr>
            <a:buFontTx/>
            <a:buNone/>
          </a:pPr>
          <a:endParaRPr lang="en-GB" sz="2400" b="1" dirty="0"/>
        </a:p>
        <a:p>
          <a:pPr>
            <a:buFontTx/>
            <a:buNone/>
          </a:pPr>
          <a:r>
            <a:rPr lang="en-IN" sz="2000" b="0" i="0" dirty="0"/>
            <a:t>Training Accuracy :  99</a:t>
          </a:r>
          <a:r>
            <a:rPr lang="en-GB" sz="2000" b="1" dirty="0"/>
            <a:t>%</a:t>
          </a:r>
          <a:endParaRPr lang="en-IN" sz="2000" b="0" i="0" dirty="0"/>
        </a:p>
        <a:p>
          <a:pPr>
            <a:buNone/>
          </a:pPr>
          <a:r>
            <a:rPr lang="en-IN" sz="2000" b="0" i="0" dirty="0"/>
            <a:t>Test Accuracy :  98</a:t>
          </a:r>
          <a:r>
            <a:rPr lang="en-GB" sz="2000" b="1" dirty="0"/>
            <a:t>%</a:t>
          </a:r>
          <a:endParaRPr lang="en-IN" sz="2000" b="1" dirty="0"/>
        </a:p>
      </dgm:t>
    </dgm:pt>
    <dgm:pt modelId="{7F832D0A-CD69-4F70-B094-EB9DB4E3E411}" type="parTrans" cxnId="{49615066-68CD-4180-ADB8-894E3B88462F}">
      <dgm:prSet/>
      <dgm:spPr/>
      <dgm:t>
        <a:bodyPr/>
        <a:lstStyle/>
        <a:p>
          <a:endParaRPr lang="en-IN"/>
        </a:p>
      </dgm:t>
    </dgm:pt>
    <dgm:pt modelId="{9D0503C3-0B21-4704-A0B7-E9E4A1D11EFB}" type="sibTrans" cxnId="{49615066-68CD-4180-ADB8-894E3B88462F}">
      <dgm:prSet/>
      <dgm:spPr/>
      <dgm:t>
        <a:bodyPr/>
        <a:lstStyle/>
        <a:p>
          <a:endParaRPr lang="en-IN"/>
        </a:p>
      </dgm:t>
    </dgm:pt>
    <dgm:pt modelId="{F2051F47-015F-45B2-813A-6158B32B4E06}">
      <dgm:prSet phldrT="[Text]" custT="1"/>
      <dgm:spPr/>
      <dgm:t>
        <a:bodyPr/>
        <a:lstStyle/>
        <a:p>
          <a:pPr>
            <a:buFontTx/>
            <a:buNone/>
          </a:pPr>
          <a:r>
            <a:rPr lang="en-GB" sz="1400" b="1" dirty="0"/>
            <a:t>            </a:t>
          </a:r>
          <a:r>
            <a:rPr lang="en-GB" sz="2400" b="1" dirty="0"/>
            <a:t>RFC</a:t>
          </a:r>
          <a:r>
            <a:rPr lang="en-GB" sz="1400" b="1" dirty="0"/>
            <a:t> :</a:t>
          </a:r>
          <a:endParaRPr lang="en-IN" sz="1400" dirty="0"/>
        </a:p>
      </dgm:t>
    </dgm:pt>
    <dgm:pt modelId="{139344BD-AD9B-41EA-95CD-EB6AAB441C86}" type="parTrans" cxnId="{C34336A2-C826-4015-99B6-8B524BB2FCB9}">
      <dgm:prSet/>
      <dgm:spPr/>
      <dgm:t>
        <a:bodyPr/>
        <a:lstStyle/>
        <a:p>
          <a:endParaRPr lang="en-IN"/>
        </a:p>
      </dgm:t>
    </dgm:pt>
    <dgm:pt modelId="{925BCF91-35E8-4C77-8800-42D76EC277EF}" type="sibTrans" cxnId="{C34336A2-C826-4015-99B6-8B524BB2FCB9}">
      <dgm:prSet/>
      <dgm:spPr/>
      <dgm:t>
        <a:bodyPr/>
        <a:lstStyle/>
        <a:p>
          <a:endParaRPr lang="en-IN"/>
        </a:p>
      </dgm:t>
    </dgm:pt>
    <dgm:pt modelId="{7D6D923F-3850-44C3-93E4-FFBA48BF81DD}">
      <dgm:prSet phldrT="[Text]" custT="1"/>
      <dgm:spPr/>
      <dgm:t>
        <a:bodyPr/>
        <a:lstStyle/>
        <a:p>
          <a:pPr>
            <a:buFontTx/>
            <a:buNone/>
          </a:pPr>
          <a:r>
            <a:rPr lang="en-IN" sz="2000" b="0" i="0" dirty="0"/>
            <a:t>Training Accuracy :  100</a:t>
          </a:r>
          <a:r>
            <a:rPr lang="en-GB" sz="2000" b="1" dirty="0"/>
            <a:t>%</a:t>
          </a:r>
          <a:endParaRPr lang="en-IN" sz="2000" b="0" i="0" dirty="0"/>
        </a:p>
        <a:p>
          <a:pPr>
            <a:buNone/>
          </a:pPr>
          <a:r>
            <a:rPr lang="en-IN" sz="2000" b="0" i="0" dirty="0"/>
            <a:t>Test Accuracy :  99</a:t>
          </a:r>
          <a:r>
            <a:rPr lang="en-GB" sz="2000" b="1" dirty="0"/>
            <a:t>%</a:t>
          </a:r>
          <a:endParaRPr lang="en-IN" sz="2000" b="1" dirty="0"/>
        </a:p>
      </dgm:t>
    </dgm:pt>
    <dgm:pt modelId="{77CB5786-82A0-44D4-93F5-9FAC33AC5B82}" type="parTrans" cxnId="{72A656A5-4A4E-435E-94EE-847908719582}">
      <dgm:prSet/>
      <dgm:spPr/>
      <dgm:t>
        <a:bodyPr/>
        <a:lstStyle/>
        <a:p>
          <a:endParaRPr lang="en-IN"/>
        </a:p>
      </dgm:t>
    </dgm:pt>
    <dgm:pt modelId="{81FE837C-8BBA-4138-A7FC-808879A28C5F}" type="sibTrans" cxnId="{72A656A5-4A4E-435E-94EE-847908719582}">
      <dgm:prSet/>
      <dgm:spPr/>
      <dgm:t>
        <a:bodyPr/>
        <a:lstStyle/>
        <a:p>
          <a:endParaRPr lang="en-IN"/>
        </a:p>
      </dgm:t>
    </dgm:pt>
    <dgm:pt modelId="{F9B2F2D1-B87B-40A1-8718-9DF014D238B9}">
      <dgm:prSet phldrT="[Text]" custT="1"/>
      <dgm:spPr/>
      <dgm:t>
        <a:bodyPr/>
        <a:lstStyle/>
        <a:p>
          <a:pPr>
            <a:buFontTx/>
            <a:buNone/>
          </a:pPr>
          <a:r>
            <a:rPr lang="en-GB" sz="2400" b="1" dirty="0"/>
            <a:t>    XGBC :</a:t>
          </a:r>
          <a:endParaRPr lang="en-IN" sz="2400" dirty="0"/>
        </a:p>
      </dgm:t>
    </dgm:pt>
    <dgm:pt modelId="{505DF39E-5D3D-470F-800C-2127824213E5}" type="parTrans" cxnId="{8D422874-B3D2-4BD8-9073-78CC33389AD5}">
      <dgm:prSet/>
      <dgm:spPr/>
      <dgm:t>
        <a:bodyPr/>
        <a:lstStyle/>
        <a:p>
          <a:endParaRPr lang="en-IN"/>
        </a:p>
      </dgm:t>
    </dgm:pt>
    <dgm:pt modelId="{9AA963F1-1AA4-4EEB-8BAF-40C91F50B6E7}" type="sibTrans" cxnId="{8D422874-B3D2-4BD8-9073-78CC33389AD5}">
      <dgm:prSet/>
      <dgm:spPr/>
      <dgm:t>
        <a:bodyPr/>
        <a:lstStyle/>
        <a:p>
          <a:endParaRPr lang="en-IN"/>
        </a:p>
      </dgm:t>
    </dgm:pt>
    <dgm:pt modelId="{79930037-DABF-4528-9DC5-ECC2CF815763}">
      <dgm:prSet phldrT="[Text]" custT="1"/>
      <dgm:spPr/>
      <dgm:t>
        <a:bodyPr/>
        <a:lstStyle/>
        <a:p>
          <a:pPr>
            <a:buFontTx/>
            <a:buNone/>
          </a:pPr>
          <a:r>
            <a:rPr lang="en-IN" sz="2000" b="0" i="0" dirty="0"/>
            <a:t>Training Accuracy :  100</a:t>
          </a:r>
          <a:r>
            <a:rPr lang="en-GB" sz="2000" b="1" dirty="0"/>
            <a:t>%</a:t>
          </a:r>
          <a:endParaRPr lang="en-IN" sz="2000" b="0" i="0" dirty="0"/>
        </a:p>
        <a:p>
          <a:pPr>
            <a:buNone/>
          </a:pPr>
          <a:r>
            <a:rPr lang="en-IN" sz="2000" b="0" i="0" dirty="0"/>
            <a:t>Test Accuracy :  96</a:t>
          </a:r>
          <a:r>
            <a:rPr lang="en-GB" sz="2000" b="1" dirty="0"/>
            <a:t>%</a:t>
          </a:r>
          <a:endParaRPr lang="en-IN" sz="2000" b="1" dirty="0"/>
        </a:p>
      </dgm:t>
    </dgm:pt>
    <dgm:pt modelId="{86F904C4-4EB7-4A91-BDEE-02404BD34756}" type="parTrans" cxnId="{46537F1C-1690-4E22-AA16-37F65B8F012E}">
      <dgm:prSet/>
      <dgm:spPr/>
      <dgm:t>
        <a:bodyPr/>
        <a:lstStyle/>
        <a:p>
          <a:endParaRPr lang="en-IN"/>
        </a:p>
      </dgm:t>
    </dgm:pt>
    <dgm:pt modelId="{E53CADD8-E80D-4868-9467-61298CB10659}" type="sibTrans" cxnId="{46537F1C-1690-4E22-AA16-37F65B8F012E}">
      <dgm:prSet/>
      <dgm:spPr/>
      <dgm:t>
        <a:bodyPr/>
        <a:lstStyle/>
        <a:p>
          <a:endParaRPr lang="en-IN"/>
        </a:p>
      </dgm:t>
    </dgm:pt>
    <dgm:pt modelId="{9E22356F-EE05-45C7-9445-AA2C1AAB6698}">
      <dgm:prSet phldrT="[Text]" custT="1"/>
      <dgm:spPr/>
      <dgm:t>
        <a:bodyPr/>
        <a:lstStyle/>
        <a:p>
          <a:pPr>
            <a:buFontTx/>
            <a:buNone/>
          </a:pPr>
          <a:r>
            <a:rPr lang="en-GB" sz="2400" b="1" dirty="0"/>
            <a:t>DT :</a:t>
          </a:r>
          <a:endParaRPr lang="en-IN" sz="2400" dirty="0"/>
        </a:p>
      </dgm:t>
    </dgm:pt>
    <dgm:pt modelId="{432C5B6A-D7C4-433B-A285-5206690C2C2D}" type="parTrans" cxnId="{36E8D0FF-E80A-4C1A-8DE6-BC3EF8167B67}">
      <dgm:prSet/>
      <dgm:spPr/>
      <dgm:t>
        <a:bodyPr/>
        <a:lstStyle/>
        <a:p>
          <a:endParaRPr lang="en-IN"/>
        </a:p>
      </dgm:t>
    </dgm:pt>
    <dgm:pt modelId="{46FE4FC9-2B98-44A2-A70E-E29618FD2923}" type="sibTrans" cxnId="{36E8D0FF-E80A-4C1A-8DE6-BC3EF8167B67}">
      <dgm:prSet/>
      <dgm:spPr/>
      <dgm:t>
        <a:bodyPr/>
        <a:lstStyle/>
        <a:p>
          <a:endParaRPr lang="en-IN"/>
        </a:p>
      </dgm:t>
    </dgm:pt>
    <dgm:pt modelId="{DD7E792C-4498-4618-95D5-98650AA198E4}">
      <dgm:prSet phldrT="[Text]" phldr="0"/>
      <dgm:spPr/>
      <dgm:t>
        <a:bodyPr/>
        <a:lstStyle/>
        <a:p>
          <a:pPr>
            <a:buFontTx/>
            <a:buNone/>
          </a:pPr>
          <a:endParaRPr lang="en-IN" sz="1700" dirty="0"/>
        </a:p>
      </dgm:t>
    </dgm:pt>
    <dgm:pt modelId="{FECAEBAD-F6BC-477B-BE48-76BF9E83E001}" type="parTrans" cxnId="{8520349A-3FA1-4B2D-B9B2-842399AA1F78}">
      <dgm:prSet/>
      <dgm:spPr/>
      <dgm:t>
        <a:bodyPr/>
        <a:lstStyle/>
        <a:p>
          <a:endParaRPr lang="en-IN"/>
        </a:p>
      </dgm:t>
    </dgm:pt>
    <dgm:pt modelId="{49738E7A-4706-4987-A917-E0E9F1A0BCF0}" type="sibTrans" cxnId="{8520349A-3FA1-4B2D-B9B2-842399AA1F78}">
      <dgm:prSet/>
      <dgm:spPr/>
      <dgm:t>
        <a:bodyPr/>
        <a:lstStyle/>
        <a:p>
          <a:endParaRPr lang="en-IN"/>
        </a:p>
      </dgm:t>
    </dgm:pt>
    <dgm:pt modelId="{214A948E-65FA-4952-81D9-A7E2757E27C5}">
      <dgm:prSet phldrT="[Text]" phldr="0"/>
      <dgm:spPr/>
      <dgm:t>
        <a:bodyPr/>
        <a:lstStyle/>
        <a:p>
          <a:pPr>
            <a:buFontTx/>
            <a:buNone/>
          </a:pPr>
          <a:r>
            <a:rPr lang="en-GB" sz="1700" dirty="0"/>
            <a:t>   </a:t>
          </a:r>
          <a:endParaRPr lang="en-IN" sz="1700" dirty="0"/>
        </a:p>
      </dgm:t>
    </dgm:pt>
    <dgm:pt modelId="{88A61D73-F641-46B2-83C8-1AE4D2FCB2E4}" type="parTrans" cxnId="{D055E960-0684-4F69-AA18-6E213F8D49EA}">
      <dgm:prSet/>
      <dgm:spPr/>
      <dgm:t>
        <a:bodyPr/>
        <a:lstStyle/>
        <a:p>
          <a:endParaRPr lang="en-IN"/>
        </a:p>
      </dgm:t>
    </dgm:pt>
    <dgm:pt modelId="{CA7C5E71-AF06-49A6-AEBE-27D79AFF339A}" type="sibTrans" cxnId="{D055E960-0684-4F69-AA18-6E213F8D49EA}">
      <dgm:prSet/>
      <dgm:spPr/>
      <dgm:t>
        <a:bodyPr/>
        <a:lstStyle/>
        <a:p>
          <a:endParaRPr lang="en-IN"/>
        </a:p>
      </dgm:t>
    </dgm:pt>
    <dgm:pt modelId="{9711B952-69F4-4062-A11D-0262AE58933D}">
      <dgm:prSet phldrT="[Text]" phldr="0"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Precision : 96%</a:t>
          </a:r>
          <a:endParaRPr lang="en-IN" sz="1800" b="1" dirty="0"/>
        </a:p>
      </dgm:t>
    </dgm:pt>
    <dgm:pt modelId="{25CC2284-DD0F-493B-A8B8-1AB9F3E72DBC}" type="parTrans" cxnId="{78C48E1D-3078-4FD0-8F20-3A1DEDC55849}">
      <dgm:prSet/>
      <dgm:spPr/>
      <dgm:t>
        <a:bodyPr/>
        <a:lstStyle/>
        <a:p>
          <a:endParaRPr lang="en-IN"/>
        </a:p>
      </dgm:t>
    </dgm:pt>
    <dgm:pt modelId="{799112AE-B655-4A1B-B3F4-2AFA7B1FCFF3}" type="sibTrans" cxnId="{78C48E1D-3078-4FD0-8F20-3A1DEDC55849}">
      <dgm:prSet/>
      <dgm:spPr/>
      <dgm:t>
        <a:bodyPr/>
        <a:lstStyle/>
        <a:p>
          <a:endParaRPr lang="en-IN"/>
        </a:p>
      </dgm:t>
    </dgm:pt>
    <dgm:pt modelId="{4D1E1EC5-64E2-450F-B0E7-0718BAAC5977}">
      <dgm:prSet phldrT="[Text]" phldr="0"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Recall : 98%</a:t>
          </a:r>
          <a:endParaRPr lang="en-IN" sz="1800" b="1" dirty="0"/>
        </a:p>
      </dgm:t>
    </dgm:pt>
    <dgm:pt modelId="{EEA49581-1EEE-46C9-86DE-DDD8B5B1342A}" type="parTrans" cxnId="{DD733874-2FD4-4543-8704-C337096653AA}">
      <dgm:prSet/>
      <dgm:spPr/>
      <dgm:t>
        <a:bodyPr/>
        <a:lstStyle/>
        <a:p>
          <a:endParaRPr lang="en-IN"/>
        </a:p>
      </dgm:t>
    </dgm:pt>
    <dgm:pt modelId="{480299C9-D988-4925-AE41-32E034821BFA}" type="sibTrans" cxnId="{DD733874-2FD4-4543-8704-C337096653AA}">
      <dgm:prSet/>
      <dgm:spPr/>
      <dgm:t>
        <a:bodyPr/>
        <a:lstStyle/>
        <a:p>
          <a:endParaRPr lang="en-IN"/>
        </a:p>
      </dgm:t>
    </dgm:pt>
    <dgm:pt modelId="{6D5AA286-8840-4603-B982-310B6267FBAF}">
      <dgm:prSet phldrT="[Text]" phldr="0"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F1 Score : 98%</a:t>
          </a:r>
          <a:endParaRPr lang="en-IN" sz="1800" b="1" dirty="0"/>
        </a:p>
      </dgm:t>
    </dgm:pt>
    <dgm:pt modelId="{88DF3EB0-01B4-44BC-8EC2-6B1684F60342}" type="parTrans" cxnId="{967ADEAC-4FF4-41F7-AC7B-A8B6F22815D0}">
      <dgm:prSet/>
      <dgm:spPr/>
      <dgm:t>
        <a:bodyPr/>
        <a:lstStyle/>
        <a:p>
          <a:endParaRPr lang="en-IN"/>
        </a:p>
      </dgm:t>
    </dgm:pt>
    <dgm:pt modelId="{0512CF3F-2885-462A-AF81-54442092BD3A}" type="sibTrans" cxnId="{967ADEAC-4FF4-41F7-AC7B-A8B6F22815D0}">
      <dgm:prSet/>
      <dgm:spPr/>
      <dgm:t>
        <a:bodyPr/>
        <a:lstStyle/>
        <a:p>
          <a:endParaRPr lang="en-IN"/>
        </a:p>
      </dgm:t>
    </dgm:pt>
    <dgm:pt modelId="{9A879617-15C0-4947-AEB3-8DE6DC82FC68}">
      <dgm:prSet phldrT="[Text]" phldr="0"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AOC : 100 %</a:t>
          </a:r>
          <a:endParaRPr lang="en-IN" sz="1800" b="1" dirty="0"/>
        </a:p>
      </dgm:t>
    </dgm:pt>
    <dgm:pt modelId="{EF6F5605-539C-4074-B6A7-2BFF0C47459F}" type="parTrans" cxnId="{D3C77D23-C581-4B6D-81C0-83142256A5C9}">
      <dgm:prSet/>
      <dgm:spPr/>
      <dgm:t>
        <a:bodyPr/>
        <a:lstStyle/>
        <a:p>
          <a:endParaRPr lang="en-IN"/>
        </a:p>
      </dgm:t>
    </dgm:pt>
    <dgm:pt modelId="{B9C0C417-6C0E-4D39-ABDC-B6CCA6F48734}" type="sibTrans" cxnId="{D3C77D23-C581-4B6D-81C0-83142256A5C9}">
      <dgm:prSet/>
      <dgm:spPr/>
      <dgm:t>
        <a:bodyPr/>
        <a:lstStyle/>
        <a:p>
          <a:endParaRPr lang="en-IN"/>
        </a:p>
      </dgm:t>
    </dgm:pt>
    <dgm:pt modelId="{8F10BE35-9B14-4EA3-96C9-9841E2D018C0}">
      <dgm:prSet phldrT="[Text]" phldr="0" custT="1"/>
      <dgm:spPr/>
      <dgm:t>
        <a:bodyPr/>
        <a:lstStyle/>
        <a:p>
          <a:pPr>
            <a:buFontTx/>
            <a:buNone/>
          </a:pPr>
          <a:endParaRPr lang="en-IN" sz="2400" b="1" dirty="0"/>
        </a:p>
      </dgm:t>
    </dgm:pt>
    <dgm:pt modelId="{C73B36D7-B1E1-443F-ABE3-0B6A19CE809D}" type="parTrans" cxnId="{D0CE50EE-00D4-410E-98E1-AC0832B173D3}">
      <dgm:prSet/>
      <dgm:spPr/>
      <dgm:t>
        <a:bodyPr/>
        <a:lstStyle/>
        <a:p>
          <a:endParaRPr lang="en-IN"/>
        </a:p>
      </dgm:t>
    </dgm:pt>
    <dgm:pt modelId="{31B6AF25-8FC4-4EE3-9258-0A0D1FAE530A}" type="sibTrans" cxnId="{D0CE50EE-00D4-410E-98E1-AC0832B173D3}">
      <dgm:prSet/>
      <dgm:spPr/>
      <dgm:t>
        <a:bodyPr/>
        <a:lstStyle/>
        <a:p>
          <a:endParaRPr lang="en-IN"/>
        </a:p>
      </dgm:t>
    </dgm:pt>
    <dgm:pt modelId="{16E32905-D38C-42E3-A167-19779318CB01}">
      <dgm:prSet/>
      <dgm:spPr/>
      <dgm:t>
        <a:bodyPr/>
        <a:lstStyle/>
        <a:p>
          <a:pPr>
            <a:buFontTx/>
            <a:buNone/>
          </a:pPr>
          <a:endParaRPr lang="en-IN" sz="1400" b="1" dirty="0"/>
        </a:p>
      </dgm:t>
    </dgm:pt>
    <dgm:pt modelId="{4AA874EB-4B7B-49E5-92F5-D84593C9284D}" type="parTrans" cxnId="{B26E4829-DBFA-4726-ADDD-B2D897FA7DC8}">
      <dgm:prSet/>
      <dgm:spPr/>
      <dgm:t>
        <a:bodyPr/>
        <a:lstStyle/>
        <a:p>
          <a:endParaRPr lang="en-IN"/>
        </a:p>
      </dgm:t>
    </dgm:pt>
    <dgm:pt modelId="{8F79B20A-1533-4A9B-8C74-DFDC2B894689}" type="sibTrans" cxnId="{B26E4829-DBFA-4726-ADDD-B2D897FA7DC8}">
      <dgm:prSet/>
      <dgm:spPr/>
      <dgm:t>
        <a:bodyPr/>
        <a:lstStyle/>
        <a:p>
          <a:endParaRPr lang="en-IN"/>
        </a:p>
      </dgm:t>
    </dgm:pt>
    <dgm:pt modelId="{F51681CC-3E16-4C00-9182-01030C9B8ACB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       Precision :98%</a:t>
          </a:r>
          <a:endParaRPr lang="en-IN" sz="1800" b="1" dirty="0"/>
        </a:p>
      </dgm:t>
    </dgm:pt>
    <dgm:pt modelId="{314FD270-2C3C-43E6-82F8-194CC95B3DF9}" type="parTrans" cxnId="{94466F25-5FF6-4C10-94C0-0912EE82F382}">
      <dgm:prSet/>
      <dgm:spPr/>
      <dgm:t>
        <a:bodyPr/>
        <a:lstStyle/>
        <a:p>
          <a:endParaRPr lang="en-IN"/>
        </a:p>
      </dgm:t>
    </dgm:pt>
    <dgm:pt modelId="{9AD19C46-997E-42DC-87A2-390CC4F7356D}" type="sibTrans" cxnId="{94466F25-5FF6-4C10-94C0-0912EE82F382}">
      <dgm:prSet/>
      <dgm:spPr/>
      <dgm:t>
        <a:bodyPr/>
        <a:lstStyle/>
        <a:p>
          <a:endParaRPr lang="en-IN"/>
        </a:p>
      </dgm:t>
    </dgm:pt>
    <dgm:pt modelId="{341D81DA-7ADF-4F8B-990F-A07E344A52D7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       Recall : 98%</a:t>
          </a:r>
          <a:endParaRPr lang="en-IN" sz="1800" b="1" dirty="0"/>
        </a:p>
      </dgm:t>
    </dgm:pt>
    <dgm:pt modelId="{D78EDA06-EC89-4111-98B4-DAA1E89D3628}" type="parTrans" cxnId="{1033D78F-59A0-4A7A-AB37-A510B5108183}">
      <dgm:prSet/>
      <dgm:spPr/>
      <dgm:t>
        <a:bodyPr/>
        <a:lstStyle/>
        <a:p>
          <a:endParaRPr lang="en-IN"/>
        </a:p>
      </dgm:t>
    </dgm:pt>
    <dgm:pt modelId="{4E26CDE2-4059-4BFD-B09C-E6D667B03455}" type="sibTrans" cxnId="{1033D78F-59A0-4A7A-AB37-A510B5108183}">
      <dgm:prSet/>
      <dgm:spPr/>
      <dgm:t>
        <a:bodyPr/>
        <a:lstStyle/>
        <a:p>
          <a:endParaRPr lang="en-IN"/>
        </a:p>
      </dgm:t>
    </dgm:pt>
    <dgm:pt modelId="{90822D45-7EF0-46C6-AB68-7C83C8A1CB95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       F1 Score : 98%</a:t>
          </a:r>
          <a:endParaRPr lang="en-IN" sz="1800" b="1" dirty="0"/>
        </a:p>
      </dgm:t>
    </dgm:pt>
    <dgm:pt modelId="{8648E732-2B4A-402D-B683-8D841CD3B92D}" type="parTrans" cxnId="{6E594273-6968-4A22-AB88-CD351ECC7F9F}">
      <dgm:prSet/>
      <dgm:spPr/>
      <dgm:t>
        <a:bodyPr/>
        <a:lstStyle/>
        <a:p>
          <a:endParaRPr lang="en-IN"/>
        </a:p>
      </dgm:t>
    </dgm:pt>
    <dgm:pt modelId="{D21ECA45-5F68-43EB-872E-2A35BB4905F9}" type="sibTrans" cxnId="{6E594273-6968-4A22-AB88-CD351ECC7F9F}">
      <dgm:prSet/>
      <dgm:spPr/>
      <dgm:t>
        <a:bodyPr/>
        <a:lstStyle/>
        <a:p>
          <a:endParaRPr lang="en-IN"/>
        </a:p>
      </dgm:t>
    </dgm:pt>
    <dgm:pt modelId="{F64F46F3-2DAA-4AC2-8E66-179FA990CD37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       AOC : 100%   </a:t>
          </a:r>
          <a:endParaRPr lang="en-IN" sz="1800" b="1" dirty="0"/>
        </a:p>
      </dgm:t>
    </dgm:pt>
    <dgm:pt modelId="{849EF59A-3CBD-4659-B12A-1CBCBF442D9F}" type="parTrans" cxnId="{4B18695B-F275-4529-B9F3-AD4EBEC2AE52}">
      <dgm:prSet/>
      <dgm:spPr/>
      <dgm:t>
        <a:bodyPr/>
        <a:lstStyle/>
        <a:p>
          <a:endParaRPr lang="en-IN"/>
        </a:p>
      </dgm:t>
    </dgm:pt>
    <dgm:pt modelId="{F96945DC-C606-4C80-AA71-4EED26488E11}" type="sibTrans" cxnId="{4B18695B-F275-4529-B9F3-AD4EBEC2AE52}">
      <dgm:prSet/>
      <dgm:spPr/>
      <dgm:t>
        <a:bodyPr/>
        <a:lstStyle/>
        <a:p>
          <a:endParaRPr lang="en-IN"/>
        </a:p>
      </dgm:t>
    </dgm:pt>
    <dgm:pt modelId="{1D8BCE13-2AFC-49E9-8C2B-7AB96799DC03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Precision : 96%</a:t>
          </a:r>
          <a:endParaRPr lang="en-IN" sz="1800" b="1" dirty="0"/>
        </a:p>
      </dgm:t>
    </dgm:pt>
    <dgm:pt modelId="{16B3CB02-038F-4ADF-8E03-080326A4C67F}" type="parTrans" cxnId="{400476C4-D94F-4864-9B47-03A952B60BE9}">
      <dgm:prSet/>
      <dgm:spPr/>
      <dgm:t>
        <a:bodyPr/>
        <a:lstStyle/>
        <a:p>
          <a:endParaRPr lang="en-IN"/>
        </a:p>
      </dgm:t>
    </dgm:pt>
    <dgm:pt modelId="{06FAA65E-247C-44AC-AF62-CD2351BFD3A0}" type="sibTrans" cxnId="{400476C4-D94F-4864-9B47-03A952B60BE9}">
      <dgm:prSet/>
      <dgm:spPr/>
      <dgm:t>
        <a:bodyPr/>
        <a:lstStyle/>
        <a:p>
          <a:endParaRPr lang="en-IN"/>
        </a:p>
      </dgm:t>
    </dgm:pt>
    <dgm:pt modelId="{BB8E1B92-2C8E-45E6-BB9F-24927B00C809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Recall : 96%</a:t>
          </a:r>
          <a:endParaRPr lang="en-IN" sz="1800" b="1" dirty="0"/>
        </a:p>
      </dgm:t>
    </dgm:pt>
    <dgm:pt modelId="{0B99AC22-C493-4BF1-8D23-9536519D226F}" type="parTrans" cxnId="{DFEBEB3E-52C7-4CB4-92D6-DCFB54F9909D}">
      <dgm:prSet/>
      <dgm:spPr/>
      <dgm:t>
        <a:bodyPr/>
        <a:lstStyle/>
        <a:p>
          <a:endParaRPr lang="en-IN"/>
        </a:p>
      </dgm:t>
    </dgm:pt>
    <dgm:pt modelId="{2AC33305-3CBB-48B9-BFB1-824C4B6D8197}" type="sibTrans" cxnId="{DFEBEB3E-52C7-4CB4-92D6-DCFB54F9909D}">
      <dgm:prSet/>
      <dgm:spPr/>
      <dgm:t>
        <a:bodyPr/>
        <a:lstStyle/>
        <a:p>
          <a:endParaRPr lang="en-IN"/>
        </a:p>
      </dgm:t>
    </dgm:pt>
    <dgm:pt modelId="{74867468-85A8-46DE-A981-BC9D7F490D11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F1 Score : 95%</a:t>
          </a:r>
          <a:endParaRPr lang="en-IN" sz="1800" b="1" dirty="0"/>
        </a:p>
      </dgm:t>
    </dgm:pt>
    <dgm:pt modelId="{80640668-0A6B-4DBB-A38B-66B835B5F21D}" type="parTrans" cxnId="{247DC977-2453-4C0F-9FDC-98CCEF40ECB4}">
      <dgm:prSet/>
      <dgm:spPr/>
      <dgm:t>
        <a:bodyPr/>
        <a:lstStyle/>
        <a:p>
          <a:endParaRPr lang="en-IN"/>
        </a:p>
      </dgm:t>
    </dgm:pt>
    <dgm:pt modelId="{5BBADBED-BFA3-478B-A71D-9411BEB1FD50}" type="sibTrans" cxnId="{247DC977-2453-4C0F-9FDC-98CCEF40ECB4}">
      <dgm:prSet/>
      <dgm:spPr/>
      <dgm:t>
        <a:bodyPr/>
        <a:lstStyle/>
        <a:p>
          <a:endParaRPr lang="en-IN"/>
        </a:p>
      </dgm:t>
    </dgm:pt>
    <dgm:pt modelId="{3EEA803D-A6C3-4377-83ED-E932CC97850F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AOC : 97%</a:t>
          </a:r>
          <a:endParaRPr lang="en-IN" sz="1800" b="1" dirty="0"/>
        </a:p>
      </dgm:t>
    </dgm:pt>
    <dgm:pt modelId="{3AB125CC-4FBA-40DF-8DD7-3DB1539D70C6}" type="parTrans" cxnId="{15B4D0DC-386F-4F97-BB3C-BC4E2C67DB58}">
      <dgm:prSet/>
      <dgm:spPr/>
      <dgm:t>
        <a:bodyPr/>
        <a:lstStyle/>
        <a:p>
          <a:endParaRPr lang="en-IN"/>
        </a:p>
      </dgm:t>
    </dgm:pt>
    <dgm:pt modelId="{27C17EAD-0ACA-4803-91F0-C61B5423FBA5}" type="sibTrans" cxnId="{15B4D0DC-386F-4F97-BB3C-BC4E2C67DB58}">
      <dgm:prSet/>
      <dgm:spPr/>
      <dgm:t>
        <a:bodyPr/>
        <a:lstStyle/>
        <a:p>
          <a:endParaRPr lang="en-IN"/>
        </a:p>
      </dgm:t>
    </dgm:pt>
    <dgm:pt modelId="{AD807A25-B489-4B07-9F71-EC61BA5D1133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     Recall : 99%</a:t>
          </a:r>
          <a:endParaRPr lang="en-IN" sz="1800" b="1" dirty="0"/>
        </a:p>
      </dgm:t>
    </dgm:pt>
    <dgm:pt modelId="{423E5635-ADA3-411E-AB73-ABB442CC13DD}" type="parTrans" cxnId="{5332013A-33FF-4D51-A369-569DD002E4A1}">
      <dgm:prSet/>
      <dgm:spPr/>
      <dgm:t>
        <a:bodyPr/>
        <a:lstStyle/>
        <a:p>
          <a:endParaRPr lang="en-IN"/>
        </a:p>
      </dgm:t>
    </dgm:pt>
    <dgm:pt modelId="{057661BE-1AC5-43F7-802A-BD735163528A}" type="sibTrans" cxnId="{5332013A-33FF-4D51-A369-569DD002E4A1}">
      <dgm:prSet/>
      <dgm:spPr/>
      <dgm:t>
        <a:bodyPr/>
        <a:lstStyle/>
        <a:p>
          <a:endParaRPr lang="en-IN"/>
        </a:p>
      </dgm:t>
    </dgm:pt>
    <dgm:pt modelId="{34BD0559-246F-484F-894F-E27472B7A6AA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     F1 Score : 99%</a:t>
          </a:r>
          <a:endParaRPr lang="en-IN" sz="1800" b="1" dirty="0"/>
        </a:p>
      </dgm:t>
    </dgm:pt>
    <dgm:pt modelId="{BE15EE03-0B7B-4447-98E0-81E81E488297}" type="parTrans" cxnId="{FC4CA781-5F17-441D-8538-500C84DEC389}">
      <dgm:prSet/>
      <dgm:spPr/>
      <dgm:t>
        <a:bodyPr/>
        <a:lstStyle/>
        <a:p>
          <a:endParaRPr lang="en-IN"/>
        </a:p>
      </dgm:t>
    </dgm:pt>
    <dgm:pt modelId="{9BBF9554-CC5B-40EF-B342-DD37BA55E2EF}" type="sibTrans" cxnId="{FC4CA781-5F17-441D-8538-500C84DEC389}">
      <dgm:prSet/>
      <dgm:spPr/>
      <dgm:t>
        <a:bodyPr/>
        <a:lstStyle/>
        <a:p>
          <a:endParaRPr lang="en-IN"/>
        </a:p>
      </dgm:t>
    </dgm:pt>
    <dgm:pt modelId="{C6EB2855-6376-4CAB-B876-A53F92E831BB}">
      <dgm:prSet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     AOC : 100%</a:t>
          </a:r>
          <a:endParaRPr lang="en-IN" sz="1800" b="1" dirty="0"/>
        </a:p>
      </dgm:t>
    </dgm:pt>
    <dgm:pt modelId="{F113428B-BDE8-4E1D-8DDB-4C278A214AC7}" type="parTrans" cxnId="{77DD8DFC-AAF1-4A82-B787-4AFDB6C01DF6}">
      <dgm:prSet/>
      <dgm:spPr/>
      <dgm:t>
        <a:bodyPr/>
        <a:lstStyle/>
        <a:p>
          <a:endParaRPr lang="en-IN"/>
        </a:p>
      </dgm:t>
    </dgm:pt>
    <dgm:pt modelId="{22059126-F21B-45C2-AD2B-C901448A559B}" type="sibTrans" cxnId="{77DD8DFC-AAF1-4A82-B787-4AFDB6C01DF6}">
      <dgm:prSet/>
      <dgm:spPr/>
      <dgm:t>
        <a:bodyPr/>
        <a:lstStyle/>
        <a:p>
          <a:endParaRPr lang="en-IN"/>
        </a:p>
      </dgm:t>
    </dgm:pt>
    <dgm:pt modelId="{1EE2DE61-1E96-4467-8CF8-12319B65A34A}">
      <dgm:prSet phldrT="[Text]" custT="1"/>
      <dgm:spPr/>
      <dgm:t>
        <a:bodyPr/>
        <a:lstStyle/>
        <a:p>
          <a:pPr>
            <a:buFontTx/>
            <a:buNone/>
          </a:pPr>
          <a:r>
            <a:rPr lang="en-GB" sz="1800" b="1" dirty="0"/>
            <a:t>      Precision : 99%</a:t>
          </a:r>
          <a:endParaRPr lang="en-IN" sz="2400" dirty="0"/>
        </a:p>
      </dgm:t>
    </dgm:pt>
    <dgm:pt modelId="{47C33E91-4576-4DCD-9837-9EFBF8A9AC9A}" type="parTrans" cxnId="{F3552370-9B37-4DCD-A5C0-CC75AE3E89DA}">
      <dgm:prSet/>
      <dgm:spPr/>
      <dgm:t>
        <a:bodyPr/>
        <a:lstStyle/>
        <a:p>
          <a:endParaRPr lang="en-IN"/>
        </a:p>
      </dgm:t>
    </dgm:pt>
    <dgm:pt modelId="{D99F6503-BF8C-40DE-A1AD-CDBB20EE9A54}" type="sibTrans" cxnId="{F3552370-9B37-4DCD-A5C0-CC75AE3E89DA}">
      <dgm:prSet/>
      <dgm:spPr/>
      <dgm:t>
        <a:bodyPr/>
        <a:lstStyle/>
        <a:p>
          <a:endParaRPr lang="en-IN"/>
        </a:p>
      </dgm:t>
    </dgm:pt>
    <dgm:pt modelId="{29623D77-2C48-4282-B594-115B309F458B}" type="pres">
      <dgm:prSet presAssocID="{86F42E06-B038-4819-B25B-0DF88E7A3136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CA9E2F68-97FB-499E-B15D-72E9ACE5456D}" type="pres">
      <dgm:prSet presAssocID="{86F42E06-B038-4819-B25B-0DF88E7A3136}" presName="children" presStyleCnt="0"/>
      <dgm:spPr/>
    </dgm:pt>
    <dgm:pt modelId="{C1E66068-26BE-4855-8C8B-314F2D47E32F}" type="pres">
      <dgm:prSet presAssocID="{86F42E06-B038-4819-B25B-0DF88E7A3136}" presName="child1group" presStyleCnt="0"/>
      <dgm:spPr/>
    </dgm:pt>
    <dgm:pt modelId="{457F155F-061C-4A6A-8B88-33000DA2C89D}" type="pres">
      <dgm:prSet presAssocID="{86F42E06-B038-4819-B25B-0DF88E7A3136}" presName="child1" presStyleLbl="bgAcc1" presStyleIdx="0" presStyleCnt="4"/>
      <dgm:spPr/>
    </dgm:pt>
    <dgm:pt modelId="{612B7A49-1537-4F20-9896-CA11771EE47A}" type="pres">
      <dgm:prSet presAssocID="{86F42E06-B038-4819-B25B-0DF88E7A3136}" presName="child1Text" presStyleLbl="bgAcc1" presStyleIdx="0" presStyleCnt="4">
        <dgm:presLayoutVars>
          <dgm:bulletEnabled val="1"/>
        </dgm:presLayoutVars>
      </dgm:prSet>
      <dgm:spPr/>
    </dgm:pt>
    <dgm:pt modelId="{E6AC41BA-4636-4551-8324-9720EB10908F}" type="pres">
      <dgm:prSet presAssocID="{86F42E06-B038-4819-B25B-0DF88E7A3136}" presName="child2group" presStyleCnt="0"/>
      <dgm:spPr/>
    </dgm:pt>
    <dgm:pt modelId="{71914D5C-12CB-4E5A-AA5C-056AF78440A3}" type="pres">
      <dgm:prSet presAssocID="{86F42E06-B038-4819-B25B-0DF88E7A3136}" presName="child2" presStyleLbl="bgAcc1" presStyleIdx="1" presStyleCnt="4"/>
      <dgm:spPr/>
    </dgm:pt>
    <dgm:pt modelId="{107F9771-4E3F-4F13-BAE5-C73205FB188B}" type="pres">
      <dgm:prSet presAssocID="{86F42E06-B038-4819-B25B-0DF88E7A3136}" presName="child2Text" presStyleLbl="bgAcc1" presStyleIdx="1" presStyleCnt="4">
        <dgm:presLayoutVars>
          <dgm:bulletEnabled val="1"/>
        </dgm:presLayoutVars>
      </dgm:prSet>
      <dgm:spPr/>
    </dgm:pt>
    <dgm:pt modelId="{D6F97742-F655-4A32-9E1E-05A9B4BC9070}" type="pres">
      <dgm:prSet presAssocID="{86F42E06-B038-4819-B25B-0DF88E7A3136}" presName="child3group" presStyleCnt="0"/>
      <dgm:spPr/>
    </dgm:pt>
    <dgm:pt modelId="{2BA1D420-2CF6-4676-8FA2-98E8BA450135}" type="pres">
      <dgm:prSet presAssocID="{86F42E06-B038-4819-B25B-0DF88E7A3136}" presName="child3" presStyleLbl="bgAcc1" presStyleIdx="2" presStyleCnt="4"/>
      <dgm:spPr/>
    </dgm:pt>
    <dgm:pt modelId="{C1A2F6A2-2FA7-48EA-B7C7-154448487427}" type="pres">
      <dgm:prSet presAssocID="{86F42E06-B038-4819-B25B-0DF88E7A3136}" presName="child3Text" presStyleLbl="bgAcc1" presStyleIdx="2" presStyleCnt="4">
        <dgm:presLayoutVars>
          <dgm:bulletEnabled val="1"/>
        </dgm:presLayoutVars>
      </dgm:prSet>
      <dgm:spPr/>
    </dgm:pt>
    <dgm:pt modelId="{24D64AAF-9667-413A-8BA4-1878990E1975}" type="pres">
      <dgm:prSet presAssocID="{86F42E06-B038-4819-B25B-0DF88E7A3136}" presName="child4group" presStyleCnt="0"/>
      <dgm:spPr/>
    </dgm:pt>
    <dgm:pt modelId="{2FD947E9-216B-4BCB-851F-97AC149AE54C}" type="pres">
      <dgm:prSet presAssocID="{86F42E06-B038-4819-B25B-0DF88E7A3136}" presName="child4" presStyleLbl="bgAcc1" presStyleIdx="3" presStyleCnt="4" custLinFactNeighborX="1282" custLinFactNeighborY="2969"/>
      <dgm:spPr/>
    </dgm:pt>
    <dgm:pt modelId="{635F882D-D6DF-458E-A4A0-069AF944448A}" type="pres">
      <dgm:prSet presAssocID="{86F42E06-B038-4819-B25B-0DF88E7A3136}" presName="child4Text" presStyleLbl="bgAcc1" presStyleIdx="3" presStyleCnt="4">
        <dgm:presLayoutVars>
          <dgm:bulletEnabled val="1"/>
        </dgm:presLayoutVars>
      </dgm:prSet>
      <dgm:spPr/>
    </dgm:pt>
    <dgm:pt modelId="{2B3D2C49-78CA-48C7-B861-36D4CC1453F9}" type="pres">
      <dgm:prSet presAssocID="{86F42E06-B038-4819-B25B-0DF88E7A3136}" presName="childPlaceholder" presStyleCnt="0"/>
      <dgm:spPr/>
    </dgm:pt>
    <dgm:pt modelId="{661C572B-3474-434D-9077-BBD8D46834AC}" type="pres">
      <dgm:prSet presAssocID="{86F42E06-B038-4819-B25B-0DF88E7A3136}" presName="circle" presStyleCnt="0"/>
      <dgm:spPr/>
    </dgm:pt>
    <dgm:pt modelId="{C01E0D53-5433-43B7-958A-1C082A118C9F}" type="pres">
      <dgm:prSet presAssocID="{86F42E06-B038-4819-B25B-0DF88E7A3136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78A6C0D8-42E6-4920-80B7-1273C324CC65}" type="pres">
      <dgm:prSet presAssocID="{86F42E06-B038-4819-B25B-0DF88E7A3136}" presName="quadrant2" presStyleLbl="node1" presStyleIdx="1" presStyleCnt="4" custScaleY="98534">
        <dgm:presLayoutVars>
          <dgm:chMax val="1"/>
          <dgm:bulletEnabled val="1"/>
        </dgm:presLayoutVars>
      </dgm:prSet>
      <dgm:spPr/>
    </dgm:pt>
    <dgm:pt modelId="{2760DC9E-1616-4714-A784-2D0C3A7A3B0B}" type="pres">
      <dgm:prSet presAssocID="{86F42E06-B038-4819-B25B-0DF88E7A3136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D108CA8D-3C2A-4B2D-9DE6-B74AA27EFEC7}" type="pres">
      <dgm:prSet presAssocID="{86F42E06-B038-4819-B25B-0DF88E7A3136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022E6B9-F3B5-48E2-A793-110D42D890F9}" type="pres">
      <dgm:prSet presAssocID="{86F42E06-B038-4819-B25B-0DF88E7A3136}" presName="quadrantPlaceholder" presStyleCnt="0"/>
      <dgm:spPr/>
    </dgm:pt>
    <dgm:pt modelId="{810B0505-1EB2-4F40-B8F0-7286FB5F4113}" type="pres">
      <dgm:prSet presAssocID="{86F42E06-B038-4819-B25B-0DF88E7A3136}" presName="center1" presStyleLbl="fgShp" presStyleIdx="0" presStyleCnt="2" custFlipHor="1" custScaleX="7414" custLinFactX="100000" custLinFactY="172480" custLinFactNeighborX="107607" custLinFactNeighborY="200000"/>
      <dgm:spPr/>
    </dgm:pt>
    <dgm:pt modelId="{85B2A12C-779D-4964-A55C-DAE1024A0DF5}" type="pres">
      <dgm:prSet presAssocID="{86F42E06-B038-4819-B25B-0DF88E7A3136}" presName="center2" presStyleLbl="fgShp" presStyleIdx="1" presStyleCnt="2" custScaleX="5296" custLinFactX="-100000" custLinFactY="100000" custLinFactNeighborX="-121376" custLinFactNeighborY="199653"/>
      <dgm:spPr/>
    </dgm:pt>
  </dgm:ptLst>
  <dgm:cxnLst>
    <dgm:cxn modelId="{55763104-834B-4A45-8F9A-573D12929C55}" type="presOf" srcId="{90822D45-7EF0-46C6-AB68-7C83C8A1CB95}" destId="{107F9771-4E3F-4F13-BAE5-C73205FB188B}" srcOrd="1" destOrd="4" presId="urn:microsoft.com/office/officeart/2005/8/layout/cycle4"/>
    <dgm:cxn modelId="{A8F8CA06-C949-43DE-A15C-D1095BB7EB93}" type="presOf" srcId="{9A879617-15C0-4947-AEB3-8DE6DC82FC68}" destId="{457F155F-061C-4A6A-8B88-33000DA2C89D}" srcOrd="0" destOrd="5" presId="urn:microsoft.com/office/officeart/2005/8/layout/cycle4"/>
    <dgm:cxn modelId="{C6DD5208-D3C0-44DC-94B8-BC9FBD68162C}" type="presOf" srcId="{9A879617-15C0-4947-AEB3-8DE6DC82FC68}" destId="{612B7A49-1537-4F20-9896-CA11771EE47A}" srcOrd="1" destOrd="5" presId="urn:microsoft.com/office/officeart/2005/8/layout/cycle4"/>
    <dgm:cxn modelId="{2586B90B-3FE9-4B13-87B9-689DFF48FD3A}" type="presOf" srcId="{DD7E792C-4498-4618-95D5-98650AA198E4}" destId="{612B7A49-1537-4F20-9896-CA11771EE47A}" srcOrd="1" destOrd="6" presId="urn:microsoft.com/office/officeart/2005/8/layout/cycle4"/>
    <dgm:cxn modelId="{3771D616-ABBF-4F46-B31D-E5125483DBD8}" type="presOf" srcId="{79930037-DABF-4528-9DC5-ECC2CF815763}" destId="{D108CA8D-3C2A-4B2D-9DE6-B74AA27EFEC7}" srcOrd="0" destOrd="0" presId="urn:microsoft.com/office/officeart/2005/8/layout/cycle4"/>
    <dgm:cxn modelId="{6206DE18-540F-4FA3-AB38-DE884CF713B1}" type="presOf" srcId="{16E32905-D38C-42E3-A167-19779318CB01}" destId="{107F9771-4E3F-4F13-BAE5-C73205FB188B}" srcOrd="1" destOrd="1" presId="urn:microsoft.com/office/officeart/2005/8/layout/cycle4"/>
    <dgm:cxn modelId="{8E04F318-61FE-47AD-A838-937D8E9453F3}" type="presOf" srcId="{F64F46F3-2DAA-4AC2-8E66-179FA990CD37}" destId="{107F9771-4E3F-4F13-BAE5-C73205FB188B}" srcOrd="1" destOrd="5" presId="urn:microsoft.com/office/officeart/2005/8/layout/cycle4"/>
    <dgm:cxn modelId="{46537F1C-1690-4E22-AA16-37F65B8F012E}" srcId="{86F42E06-B038-4819-B25B-0DF88E7A3136}" destId="{79930037-DABF-4528-9DC5-ECC2CF815763}" srcOrd="3" destOrd="0" parTransId="{86F904C4-4EB7-4A91-BDEE-02404BD34756}" sibTransId="{E53CADD8-E80D-4868-9467-61298CB10659}"/>
    <dgm:cxn modelId="{0C85D81C-04B2-43F9-A508-8D1011D500C3}" type="presOf" srcId="{C6EB2855-6376-4CAB-B876-A53F92E831BB}" destId="{2BA1D420-2CF6-4676-8FA2-98E8BA450135}" srcOrd="0" destOrd="4" presId="urn:microsoft.com/office/officeart/2005/8/layout/cycle4"/>
    <dgm:cxn modelId="{78C48E1D-3078-4FD0-8F20-3A1DEDC55849}" srcId="{C0ECBECF-38CA-40CD-A881-76D2415F1A3C}" destId="{9711B952-69F4-4062-A11D-0262AE58933D}" srcOrd="2" destOrd="0" parTransId="{25CC2284-DD0F-493B-A8B8-1AB9F3E72DBC}" sibTransId="{799112AE-B655-4A1B-B3F4-2AFA7B1FCFF3}"/>
    <dgm:cxn modelId="{FA1C4521-5CD0-4C6F-93C2-C170470222C7}" type="presOf" srcId="{F51681CC-3E16-4C00-9182-01030C9B8ACB}" destId="{71914D5C-12CB-4E5A-AA5C-056AF78440A3}" srcOrd="0" destOrd="2" presId="urn:microsoft.com/office/officeart/2005/8/layout/cycle4"/>
    <dgm:cxn modelId="{96816E22-7C01-4A53-842C-5C5D02A843FA}" type="presOf" srcId="{341D81DA-7ADF-4F8B-990F-A07E344A52D7}" destId="{107F9771-4E3F-4F13-BAE5-C73205FB188B}" srcOrd="1" destOrd="3" presId="urn:microsoft.com/office/officeart/2005/8/layout/cycle4"/>
    <dgm:cxn modelId="{D3C77D23-C581-4B6D-81C0-83142256A5C9}" srcId="{C0ECBECF-38CA-40CD-A881-76D2415F1A3C}" destId="{9A879617-15C0-4947-AEB3-8DE6DC82FC68}" srcOrd="5" destOrd="0" parTransId="{EF6F5605-539C-4074-B6A7-2BFF0C47459F}" sibTransId="{B9C0C417-6C0E-4D39-ABDC-B6CCA6F48734}"/>
    <dgm:cxn modelId="{94466F25-5FF6-4C10-94C0-0912EE82F382}" srcId="{FF586A83-3951-4CCD-A2F1-63B68E75C992}" destId="{F51681CC-3E16-4C00-9182-01030C9B8ACB}" srcOrd="2" destOrd="0" parTransId="{314FD270-2C3C-43E6-82F8-194CC95B3DF9}" sibTransId="{9AD19C46-997E-42DC-87A2-390CC4F7356D}"/>
    <dgm:cxn modelId="{09E56326-49A9-4257-B4EA-B8029D714462}" type="presOf" srcId="{74867468-85A8-46DE-A981-BC9D7F490D11}" destId="{635F882D-D6DF-458E-A4A0-069AF944448A}" srcOrd="1" destOrd="3" presId="urn:microsoft.com/office/officeart/2005/8/layout/cycle4"/>
    <dgm:cxn modelId="{E3404A27-FBB2-44FF-8510-197B3BFA7E37}" type="presOf" srcId="{1EE2DE61-1E96-4467-8CF8-12319B65A34A}" destId="{C1A2F6A2-2FA7-48EA-B7C7-154448487427}" srcOrd="1" destOrd="1" presId="urn:microsoft.com/office/officeart/2005/8/layout/cycle4"/>
    <dgm:cxn modelId="{86971728-1130-40E3-BC0A-1CA018546F67}" type="presOf" srcId="{AD807A25-B489-4B07-9F71-EC61BA5D1133}" destId="{C1A2F6A2-2FA7-48EA-B7C7-154448487427}" srcOrd="1" destOrd="2" presId="urn:microsoft.com/office/officeart/2005/8/layout/cycle4"/>
    <dgm:cxn modelId="{559DDF28-CF4D-4A0A-9446-E350BF05711B}" type="presOf" srcId="{3EEA803D-A6C3-4377-83ED-E932CC97850F}" destId="{2FD947E9-216B-4BCB-851F-97AC149AE54C}" srcOrd="0" destOrd="4" presId="urn:microsoft.com/office/officeart/2005/8/layout/cycle4"/>
    <dgm:cxn modelId="{B26E4829-DBFA-4726-ADDD-B2D897FA7DC8}" srcId="{FF586A83-3951-4CCD-A2F1-63B68E75C992}" destId="{16E32905-D38C-42E3-A167-19779318CB01}" srcOrd="1" destOrd="0" parTransId="{4AA874EB-4B7B-49E5-92F5-D84593C9284D}" sibTransId="{8F79B20A-1533-4A9B-8C74-DFDC2B894689}"/>
    <dgm:cxn modelId="{5332013A-33FF-4D51-A369-569DD002E4A1}" srcId="{7D6D923F-3850-44C3-93E4-FFBA48BF81DD}" destId="{AD807A25-B489-4B07-9F71-EC61BA5D1133}" srcOrd="2" destOrd="0" parTransId="{423E5635-ADA3-411E-AB73-ABB442CC13DD}" sibTransId="{057661BE-1AC5-43F7-802A-BD735163528A}"/>
    <dgm:cxn modelId="{5CC77F3D-99F3-4F97-9B38-08DC8E47112D}" type="presOf" srcId="{1EE2DE61-1E96-4467-8CF8-12319B65A34A}" destId="{2BA1D420-2CF6-4676-8FA2-98E8BA450135}" srcOrd="0" destOrd="1" presId="urn:microsoft.com/office/officeart/2005/8/layout/cycle4"/>
    <dgm:cxn modelId="{DFEBEB3E-52C7-4CB4-92D6-DCFB54F9909D}" srcId="{79930037-DABF-4528-9DC5-ECC2CF815763}" destId="{BB8E1B92-2C8E-45E6-BB9F-24927B00C809}" srcOrd="2" destOrd="0" parTransId="{0B99AC22-C493-4BF1-8D23-9536519D226F}" sibTransId="{2AC33305-3CBB-48B9-BFB1-824C4B6D8197}"/>
    <dgm:cxn modelId="{4B18695B-F275-4529-B9F3-AD4EBEC2AE52}" srcId="{FF586A83-3951-4CCD-A2F1-63B68E75C992}" destId="{F64F46F3-2DAA-4AC2-8E66-179FA990CD37}" srcOrd="5" destOrd="0" parTransId="{849EF59A-3CBD-4659-B12A-1CBCBF442D9F}" sibTransId="{F96945DC-C606-4C80-AA71-4EED26488E11}"/>
    <dgm:cxn modelId="{278B1B5D-E72F-4B76-BC8C-1E94D849BB35}" type="presOf" srcId="{9E22356F-EE05-45C7-9445-AA2C1AAB6698}" destId="{635F882D-D6DF-458E-A4A0-069AF944448A}" srcOrd="1" destOrd="0" presId="urn:microsoft.com/office/officeart/2005/8/layout/cycle4"/>
    <dgm:cxn modelId="{73EF705E-18FC-44FC-8742-22A25F30F57D}" type="presOf" srcId="{34BD0559-246F-484F-894F-E27472B7A6AA}" destId="{2BA1D420-2CF6-4676-8FA2-98E8BA450135}" srcOrd="0" destOrd="3" presId="urn:microsoft.com/office/officeart/2005/8/layout/cycle4"/>
    <dgm:cxn modelId="{5C527560-C770-47E5-9A25-9FD29B182538}" type="presOf" srcId="{F9B2F2D1-B87B-40A1-8718-9DF014D238B9}" destId="{C1A2F6A2-2FA7-48EA-B7C7-154448487427}" srcOrd="1" destOrd="0" presId="urn:microsoft.com/office/officeart/2005/8/layout/cycle4"/>
    <dgm:cxn modelId="{D055E960-0684-4F69-AA18-6E213F8D49EA}" srcId="{C0ECBECF-38CA-40CD-A881-76D2415F1A3C}" destId="{214A948E-65FA-4952-81D9-A7E2757E27C5}" srcOrd="7" destOrd="0" parTransId="{88A61D73-F641-46B2-83C8-1AE4D2FCB2E4}" sibTransId="{CA7C5E71-AF06-49A6-AEBE-27D79AFF339A}"/>
    <dgm:cxn modelId="{27CAD943-8C04-4BC6-ABFC-76D510BDDEF8}" type="presOf" srcId="{4D1E1EC5-64E2-450F-B0E7-0718BAAC5977}" destId="{612B7A49-1537-4F20-9896-CA11771EE47A}" srcOrd="1" destOrd="3" presId="urn:microsoft.com/office/officeart/2005/8/layout/cycle4"/>
    <dgm:cxn modelId="{49615066-68CD-4180-ADB8-894E3B88462F}" srcId="{86F42E06-B038-4819-B25B-0DF88E7A3136}" destId="{FF586A83-3951-4CCD-A2F1-63B68E75C992}" srcOrd="1" destOrd="0" parTransId="{7F832D0A-CD69-4F70-B094-EB9DB4E3E411}" sibTransId="{9D0503C3-0B21-4704-A0B7-E9E4A1D11EFB}"/>
    <dgm:cxn modelId="{89001D47-64CE-4898-9A7E-90C47302A81D}" type="presOf" srcId="{C6EB2855-6376-4CAB-B876-A53F92E831BB}" destId="{C1A2F6A2-2FA7-48EA-B7C7-154448487427}" srcOrd="1" destOrd="4" presId="urn:microsoft.com/office/officeart/2005/8/layout/cycle4"/>
    <dgm:cxn modelId="{66BA316B-733A-4DCF-954A-5627AF85D5A6}" type="presOf" srcId="{16E32905-D38C-42E3-A167-19779318CB01}" destId="{71914D5C-12CB-4E5A-AA5C-056AF78440A3}" srcOrd="0" destOrd="1" presId="urn:microsoft.com/office/officeart/2005/8/layout/cycle4"/>
    <dgm:cxn modelId="{FFA4576E-4E34-4862-A326-5B2A33676DF8}" type="presOf" srcId="{7D6D923F-3850-44C3-93E4-FFBA48BF81DD}" destId="{2760DC9E-1616-4714-A784-2D0C3A7A3B0B}" srcOrd="0" destOrd="0" presId="urn:microsoft.com/office/officeart/2005/8/layout/cycle4"/>
    <dgm:cxn modelId="{2C1B614F-E30A-4E9D-AF48-4CB9458E1F08}" type="presOf" srcId="{34BD0559-246F-484F-894F-E27472B7A6AA}" destId="{C1A2F6A2-2FA7-48EA-B7C7-154448487427}" srcOrd="1" destOrd="3" presId="urn:microsoft.com/office/officeart/2005/8/layout/cycle4"/>
    <dgm:cxn modelId="{F3552370-9B37-4DCD-A5C0-CC75AE3E89DA}" srcId="{7D6D923F-3850-44C3-93E4-FFBA48BF81DD}" destId="{1EE2DE61-1E96-4467-8CF8-12319B65A34A}" srcOrd="1" destOrd="0" parTransId="{47C33E91-4576-4DCD-9837-9EFBF8A9AC9A}" sibTransId="{D99F6503-BF8C-40DE-A1AD-CDBB20EE9A54}"/>
    <dgm:cxn modelId="{48524670-2954-4F9A-9DB8-D4E254A1EBF6}" type="presOf" srcId="{341D81DA-7ADF-4F8B-990F-A07E344A52D7}" destId="{71914D5C-12CB-4E5A-AA5C-056AF78440A3}" srcOrd="0" destOrd="3" presId="urn:microsoft.com/office/officeart/2005/8/layout/cycle4"/>
    <dgm:cxn modelId="{BCD58C50-F7B5-4CDE-A00A-45248231C036}" type="presOf" srcId="{1D8BCE13-2AFC-49E9-8C2B-7AB96799DC03}" destId="{635F882D-D6DF-458E-A4A0-069AF944448A}" srcOrd="1" destOrd="1" presId="urn:microsoft.com/office/officeart/2005/8/layout/cycle4"/>
    <dgm:cxn modelId="{6E594273-6968-4A22-AB88-CD351ECC7F9F}" srcId="{FF586A83-3951-4CCD-A2F1-63B68E75C992}" destId="{90822D45-7EF0-46C6-AB68-7C83C8A1CB95}" srcOrd="4" destOrd="0" parTransId="{8648E732-2B4A-402D-B683-8D841CD3B92D}" sibTransId="{D21ECA45-5F68-43EB-872E-2A35BB4905F9}"/>
    <dgm:cxn modelId="{8D422874-B3D2-4BD8-9073-78CC33389AD5}" srcId="{7D6D923F-3850-44C3-93E4-FFBA48BF81DD}" destId="{F9B2F2D1-B87B-40A1-8718-9DF014D238B9}" srcOrd="0" destOrd="0" parTransId="{505DF39E-5D3D-470F-800C-2127824213E5}" sibTransId="{9AA963F1-1AA4-4EEB-8BAF-40C91F50B6E7}"/>
    <dgm:cxn modelId="{DD733874-2FD4-4543-8704-C337096653AA}" srcId="{C0ECBECF-38CA-40CD-A881-76D2415F1A3C}" destId="{4D1E1EC5-64E2-450F-B0E7-0718BAAC5977}" srcOrd="3" destOrd="0" parTransId="{EEA49581-1EEE-46C9-86DE-DDD8B5B1342A}" sibTransId="{480299C9-D988-4925-AE41-32E034821BFA}"/>
    <dgm:cxn modelId="{C1350677-4249-440B-8B4D-62C830496186}" type="presOf" srcId="{FF586A83-3951-4CCD-A2F1-63B68E75C992}" destId="{78A6C0D8-42E6-4920-80B7-1273C324CC65}" srcOrd="0" destOrd="0" presId="urn:microsoft.com/office/officeart/2005/8/layout/cycle4"/>
    <dgm:cxn modelId="{247DC977-2453-4C0F-9FDC-98CCEF40ECB4}" srcId="{79930037-DABF-4528-9DC5-ECC2CF815763}" destId="{74867468-85A8-46DE-A981-BC9D7F490D11}" srcOrd="3" destOrd="0" parTransId="{80640668-0A6B-4DBB-A38B-66B835B5F21D}" sibTransId="{5BBADBED-BFA3-478B-A71D-9411BEB1FD50}"/>
    <dgm:cxn modelId="{A169497E-1367-42DF-8706-13465CB8C508}" type="presOf" srcId="{DD7E792C-4498-4618-95D5-98650AA198E4}" destId="{457F155F-061C-4A6A-8B88-33000DA2C89D}" srcOrd="0" destOrd="6" presId="urn:microsoft.com/office/officeart/2005/8/layout/cycle4"/>
    <dgm:cxn modelId="{D203FA80-25D6-454E-A04A-83B20B1809C3}" type="presOf" srcId="{F2051F47-015F-45B2-813A-6158B32B4E06}" destId="{71914D5C-12CB-4E5A-AA5C-056AF78440A3}" srcOrd="0" destOrd="0" presId="urn:microsoft.com/office/officeart/2005/8/layout/cycle4"/>
    <dgm:cxn modelId="{FC4CA781-5F17-441D-8538-500C84DEC389}" srcId="{7D6D923F-3850-44C3-93E4-FFBA48BF81DD}" destId="{34BD0559-246F-484F-894F-E27472B7A6AA}" srcOrd="3" destOrd="0" parTransId="{BE15EE03-0B7B-4447-98E0-81E81E488297}" sibTransId="{9BBF9554-CC5B-40EF-B342-DD37BA55E2EF}"/>
    <dgm:cxn modelId="{77BE7E89-F253-4BAB-AC5E-78809C25649F}" type="presOf" srcId="{74867468-85A8-46DE-A981-BC9D7F490D11}" destId="{2FD947E9-216B-4BCB-851F-97AC149AE54C}" srcOrd="0" destOrd="3" presId="urn:microsoft.com/office/officeart/2005/8/layout/cycle4"/>
    <dgm:cxn modelId="{1033D78F-59A0-4A7A-AB37-A510B5108183}" srcId="{FF586A83-3951-4CCD-A2F1-63B68E75C992}" destId="{341D81DA-7ADF-4F8B-990F-A07E344A52D7}" srcOrd="3" destOrd="0" parTransId="{D78EDA06-EC89-4111-98B4-DAA1E89D3628}" sibTransId="{4E26CDE2-4059-4BFD-B09C-E6D667B03455}"/>
    <dgm:cxn modelId="{17514791-5E5F-4F9A-92AB-A6AF47CF5AD1}" type="presOf" srcId="{90822D45-7EF0-46C6-AB68-7C83C8A1CB95}" destId="{71914D5C-12CB-4E5A-AA5C-056AF78440A3}" srcOrd="0" destOrd="4" presId="urn:microsoft.com/office/officeart/2005/8/layout/cycle4"/>
    <dgm:cxn modelId="{06922C96-824E-40EE-AE10-9310767CBD5E}" type="presOf" srcId="{6D5AA286-8840-4603-B982-310B6267FBAF}" destId="{457F155F-061C-4A6A-8B88-33000DA2C89D}" srcOrd="0" destOrd="4" presId="urn:microsoft.com/office/officeart/2005/8/layout/cycle4"/>
    <dgm:cxn modelId="{BC079497-1F0C-4AAD-BF92-79616E871BA3}" type="presOf" srcId="{4D1E1EC5-64E2-450F-B0E7-0718BAAC5977}" destId="{457F155F-061C-4A6A-8B88-33000DA2C89D}" srcOrd="0" destOrd="3" presId="urn:microsoft.com/office/officeart/2005/8/layout/cycle4"/>
    <dgm:cxn modelId="{E2D32898-994D-4ACA-BAF7-C7415D3BF845}" type="presOf" srcId="{BB8E1B92-2C8E-45E6-BB9F-24927B00C809}" destId="{2FD947E9-216B-4BCB-851F-97AC149AE54C}" srcOrd="0" destOrd="2" presId="urn:microsoft.com/office/officeart/2005/8/layout/cycle4"/>
    <dgm:cxn modelId="{8520349A-3FA1-4B2D-B9B2-842399AA1F78}" srcId="{C0ECBECF-38CA-40CD-A881-76D2415F1A3C}" destId="{DD7E792C-4498-4618-95D5-98650AA198E4}" srcOrd="6" destOrd="0" parTransId="{FECAEBAD-F6BC-477B-BE48-76BF9E83E001}" sibTransId="{49738E7A-4706-4987-A917-E0E9F1A0BCF0}"/>
    <dgm:cxn modelId="{D1D1149D-1EB6-40B9-9B46-4653E3E25639}" type="presOf" srcId="{1D8BCE13-2AFC-49E9-8C2B-7AB96799DC03}" destId="{2FD947E9-216B-4BCB-851F-97AC149AE54C}" srcOrd="0" destOrd="1" presId="urn:microsoft.com/office/officeart/2005/8/layout/cycle4"/>
    <dgm:cxn modelId="{C34336A2-C826-4015-99B6-8B524BB2FCB9}" srcId="{FF586A83-3951-4CCD-A2F1-63B68E75C992}" destId="{F2051F47-015F-45B2-813A-6158B32B4E06}" srcOrd="0" destOrd="0" parTransId="{139344BD-AD9B-41EA-95CD-EB6AAB441C86}" sibTransId="{925BCF91-35E8-4C77-8800-42D76EC277EF}"/>
    <dgm:cxn modelId="{72A656A5-4A4E-435E-94EE-847908719582}" srcId="{86F42E06-B038-4819-B25B-0DF88E7A3136}" destId="{7D6D923F-3850-44C3-93E4-FFBA48BF81DD}" srcOrd="2" destOrd="0" parTransId="{77CB5786-82A0-44D4-93F5-9FAC33AC5B82}" sibTransId="{81FE837C-8BBA-4138-A7FC-808879A28C5F}"/>
    <dgm:cxn modelId="{DBEF48A6-BF15-4F0C-8060-F317AAF2811B}" type="presOf" srcId="{BB8E1B92-2C8E-45E6-BB9F-24927B00C809}" destId="{635F882D-D6DF-458E-A4A0-069AF944448A}" srcOrd="1" destOrd="2" presId="urn:microsoft.com/office/officeart/2005/8/layout/cycle4"/>
    <dgm:cxn modelId="{FB17E5A6-01CC-41DD-AD04-BEA9381FE505}" type="presOf" srcId="{F9B2F2D1-B87B-40A1-8718-9DF014D238B9}" destId="{2BA1D420-2CF6-4676-8FA2-98E8BA450135}" srcOrd="0" destOrd="0" presId="urn:microsoft.com/office/officeart/2005/8/layout/cycle4"/>
    <dgm:cxn modelId="{A0AB79AA-A8FC-416C-BB47-2B57AEE12B53}" type="presOf" srcId="{214A948E-65FA-4952-81D9-A7E2757E27C5}" destId="{612B7A49-1537-4F20-9896-CA11771EE47A}" srcOrd="1" destOrd="7" presId="urn:microsoft.com/office/officeart/2005/8/layout/cycle4"/>
    <dgm:cxn modelId="{CC9522AB-9043-4EAC-97CA-113D49893878}" type="presOf" srcId="{F64F46F3-2DAA-4AC2-8E66-179FA990CD37}" destId="{71914D5C-12CB-4E5A-AA5C-056AF78440A3}" srcOrd="0" destOrd="5" presId="urn:microsoft.com/office/officeart/2005/8/layout/cycle4"/>
    <dgm:cxn modelId="{A3F630AB-0412-41EB-819F-D49B76316F13}" type="presOf" srcId="{6D5AA286-8840-4603-B982-310B6267FBAF}" destId="{612B7A49-1537-4F20-9896-CA11771EE47A}" srcOrd="1" destOrd="4" presId="urn:microsoft.com/office/officeart/2005/8/layout/cycle4"/>
    <dgm:cxn modelId="{967ADEAC-4FF4-41F7-AC7B-A8B6F22815D0}" srcId="{C0ECBECF-38CA-40CD-A881-76D2415F1A3C}" destId="{6D5AA286-8840-4603-B982-310B6267FBAF}" srcOrd="4" destOrd="0" parTransId="{88DF3EB0-01B4-44BC-8EC2-6B1684F60342}" sibTransId="{0512CF3F-2885-462A-AF81-54442092BD3A}"/>
    <dgm:cxn modelId="{6DF29DB2-6357-4049-A7AF-C1A1713E51BC}" type="presOf" srcId="{8F10BE35-9B14-4EA3-96C9-9841E2D018C0}" destId="{457F155F-061C-4A6A-8B88-33000DA2C89D}" srcOrd="0" destOrd="1" presId="urn:microsoft.com/office/officeart/2005/8/layout/cycle4"/>
    <dgm:cxn modelId="{A34E0FBD-4452-4883-8BF0-4D50AC178890}" type="presOf" srcId="{9E22356F-EE05-45C7-9445-AA2C1AAB6698}" destId="{2FD947E9-216B-4BCB-851F-97AC149AE54C}" srcOrd="0" destOrd="0" presId="urn:microsoft.com/office/officeart/2005/8/layout/cycle4"/>
    <dgm:cxn modelId="{E692C0C0-A12F-4232-8983-8AB883D18570}" type="presOf" srcId="{8F10BE35-9B14-4EA3-96C9-9841E2D018C0}" destId="{612B7A49-1537-4F20-9896-CA11771EE47A}" srcOrd="1" destOrd="1" presId="urn:microsoft.com/office/officeart/2005/8/layout/cycle4"/>
    <dgm:cxn modelId="{400476C4-D94F-4864-9B47-03A952B60BE9}" srcId="{79930037-DABF-4528-9DC5-ECC2CF815763}" destId="{1D8BCE13-2AFC-49E9-8C2B-7AB96799DC03}" srcOrd="1" destOrd="0" parTransId="{16B3CB02-038F-4ADF-8E03-080326A4C67F}" sibTransId="{06FAA65E-247C-44AC-AF62-CD2351BFD3A0}"/>
    <dgm:cxn modelId="{622B0AC8-1A3B-4A5C-9B71-869AE8A9F410}" type="presOf" srcId="{9711B952-69F4-4062-A11D-0262AE58933D}" destId="{612B7A49-1537-4F20-9896-CA11771EE47A}" srcOrd="1" destOrd="2" presId="urn:microsoft.com/office/officeart/2005/8/layout/cycle4"/>
    <dgm:cxn modelId="{9E1696C8-1962-4F46-A081-C99872D46438}" type="presOf" srcId="{F2051F47-015F-45B2-813A-6158B32B4E06}" destId="{107F9771-4E3F-4F13-BAE5-C73205FB188B}" srcOrd="1" destOrd="0" presId="urn:microsoft.com/office/officeart/2005/8/layout/cycle4"/>
    <dgm:cxn modelId="{C92A08CF-9414-4002-B90A-413FE1A74EF2}" type="presOf" srcId="{C0ECBECF-38CA-40CD-A881-76D2415F1A3C}" destId="{C01E0D53-5433-43B7-958A-1C082A118C9F}" srcOrd="0" destOrd="0" presId="urn:microsoft.com/office/officeart/2005/8/layout/cycle4"/>
    <dgm:cxn modelId="{9092E4D2-DA9B-4810-B000-2A8B47F8C06C}" type="presOf" srcId="{214A948E-65FA-4952-81D9-A7E2757E27C5}" destId="{457F155F-061C-4A6A-8B88-33000DA2C89D}" srcOrd="0" destOrd="7" presId="urn:microsoft.com/office/officeart/2005/8/layout/cycle4"/>
    <dgm:cxn modelId="{7D1E2ADC-7D1E-4885-8A74-5DCFF22065D6}" type="presOf" srcId="{0BCE7E71-2627-4E25-A899-176D8B886491}" destId="{612B7A49-1537-4F20-9896-CA11771EE47A}" srcOrd="1" destOrd="0" presId="urn:microsoft.com/office/officeart/2005/8/layout/cycle4"/>
    <dgm:cxn modelId="{15B4D0DC-386F-4F97-BB3C-BC4E2C67DB58}" srcId="{79930037-DABF-4528-9DC5-ECC2CF815763}" destId="{3EEA803D-A6C3-4377-83ED-E932CC97850F}" srcOrd="4" destOrd="0" parTransId="{3AB125CC-4FBA-40DF-8DD7-3DB1539D70C6}" sibTransId="{27C17EAD-0ACA-4803-91F0-C61B5423FBA5}"/>
    <dgm:cxn modelId="{1921FEDC-D2F7-47CA-BE3B-5700D0535CFE}" type="presOf" srcId="{0BCE7E71-2627-4E25-A899-176D8B886491}" destId="{457F155F-061C-4A6A-8B88-33000DA2C89D}" srcOrd="0" destOrd="0" presId="urn:microsoft.com/office/officeart/2005/8/layout/cycle4"/>
    <dgm:cxn modelId="{516283E4-FBE4-4AF3-A86C-FFB7B5BBA533}" srcId="{C0ECBECF-38CA-40CD-A881-76D2415F1A3C}" destId="{0BCE7E71-2627-4E25-A899-176D8B886491}" srcOrd="0" destOrd="0" parTransId="{6DF1C0E9-9847-43E6-BED9-D9274309A318}" sibTransId="{E1B14EFD-BE9F-4792-8701-85AD8964528B}"/>
    <dgm:cxn modelId="{5B6F3EEB-363C-4BA6-9D28-06739A2BD4D3}" type="presOf" srcId="{86F42E06-B038-4819-B25B-0DF88E7A3136}" destId="{29623D77-2C48-4282-B594-115B309F458B}" srcOrd="0" destOrd="0" presId="urn:microsoft.com/office/officeart/2005/8/layout/cycle4"/>
    <dgm:cxn modelId="{D0CE50EE-00D4-410E-98E1-AC0832B173D3}" srcId="{C0ECBECF-38CA-40CD-A881-76D2415F1A3C}" destId="{8F10BE35-9B14-4EA3-96C9-9841E2D018C0}" srcOrd="1" destOrd="0" parTransId="{C73B36D7-B1E1-443F-ABE3-0B6A19CE809D}" sibTransId="{31B6AF25-8FC4-4EE3-9258-0A0D1FAE530A}"/>
    <dgm:cxn modelId="{163CCBEE-9657-443C-98E0-451D0A189F7B}" srcId="{86F42E06-B038-4819-B25B-0DF88E7A3136}" destId="{C0ECBECF-38CA-40CD-A881-76D2415F1A3C}" srcOrd="0" destOrd="0" parTransId="{A367983C-7156-4B2C-A460-B4EA4532816E}" sibTransId="{AFADAF44-CF9E-4B14-966C-6F67D21BDD6E}"/>
    <dgm:cxn modelId="{6D0C8FF1-DAE9-4012-8997-A66845065FDE}" type="presOf" srcId="{9711B952-69F4-4062-A11D-0262AE58933D}" destId="{457F155F-061C-4A6A-8B88-33000DA2C89D}" srcOrd="0" destOrd="2" presId="urn:microsoft.com/office/officeart/2005/8/layout/cycle4"/>
    <dgm:cxn modelId="{9BAE1EF7-7DB9-47C4-8069-F7023D7E4A33}" type="presOf" srcId="{3EEA803D-A6C3-4377-83ED-E932CC97850F}" destId="{635F882D-D6DF-458E-A4A0-069AF944448A}" srcOrd="1" destOrd="4" presId="urn:microsoft.com/office/officeart/2005/8/layout/cycle4"/>
    <dgm:cxn modelId="{DD01EDFA-47F4-41E9-8145-D898366A9E9B}" type="presOf" srcId="{F51681CC-3E16-4C00-9182-01030C9B8ACB}" destId="{107F9771-4E3F-4F13-BAE5-C73205FB188B}" srcOrd="1" destOrd="2" presId="urn:microsoft.com/office/officeart/2005/8/layout/cycle4"/>
    <dgm:cxn modelId="{77DD8DFC-AAF1-4A82-B787-4AFDB6C01DF6}" srcId="{7D6D923F-3850-44C3-93E4-FFBA48BF81DD}" destId="{C6EB2855-6376-4CAB-B876-A53F92E831BB}" srcOrd="4" destOrd="0" parTransId="{F113428B-BDE8-4E1D-8DDB-4C278A214AC7}" sibTransId="{22059126-F21B-45C2-AD2B-C901448A559B}"/>
    <dgm:cxn modelId="{68E246FD-823C-424B-84AA-05AAEC7F8B41}" type="presOf" srcId="{AD807A25-B489-4B07-9F71-EC61BA5D1133}" destId="{2BA1D420-2CF6-4676-8FA2-98E8BA450135}" srcOrd="0" destOrd="2" presId="urn:microsoft.com/office/officeart/2005/8/layout/cycle4"/>
    <dgm:cxn modelId="{36E8D0FF-E80A-4C1A-8DE6-BC3EF8167B67}" srcId="{79930037-DABF-4528-9DC5-ECC2CF815763}" destId="{9E22356F-EE05-45C7-9445-AA2C1AAB6698}" srcOrd="0" destOrd="0" parTransId="{432C5B6A-D7C4-433B-A285-5206690C2C2D}" sibTransId="{46FE4FC9-2B98-44A2-A70E-E29618FD2923}"/>
    <dgm:cxn modelId="{D60EA3CF-22B6-44DD-978B-FEDE7ABEE0AA}" type="presParOf" srcId="{29623D77-2C48-4282-B594-115B309F458B}" destId="{CA9E2F68-97FB-499E-B15D-72E9ACE5456D}" srcOrd="0" destOrd="0" presId="urn:microsoft.com/office/officeart/2005/8/layout/cycle4"/>
    <dgm:cxn modelId="{C453DD2F-39C4-47AB-8CD4-F6108B65E06B}" type="presParOf" srcId="{CA9E2F68-97FB-499E-B15D-72E9ACE5456D}" destId="{C1E66068-26BE-4855-8C8B-314F2D47E32F}" srcOrd="0" destOrd="0" presId="urn:microsoft.com/office/officeart/2005/8/layout/cycle4"/>
    <dgm:cxn modelId="{3AB0FCC2-F830-41EB-80A7-E1C9E0B09EE3}" type="presParOf" srcId="{C1E66068-26BE-4855-8C8B-314F2D47E32F}" destId="{457F155F-061C-4A6A-8B88-33000DA2C89D}" srcOrd="0" destOrd="0" presId="urn:microsoft.com/office/officeart/2005/8/layout/cycle4"/>
    <dgm:cxn modelId="{9101598D-2E94-4A38-85C6-E406DF3D4083}" type="presParOf" srcId="{C1E66068-26BE-4855-8C8B-314F2D47E32F}" destId="{612B7A49-1537-4F20-9896-CA11771EE47A}" srcOrd="1" destOrd="0" presId="urn:microsoft.com/office/officeart/2005/8/layout/cycle4"/>
    <dgm:cxn modelId="{DE7EF625-F66A-464D-B05A-96ED9080E87C}" type="presParOf" srcId="{CA9E2F68-97FB-499E-B15D-72E9ACE5456D}" destId="{E6AC41BA-4636-4551-8324-9720EB10908F}" srcOrd="1" destOrd="0" presId="urn:microsoft.com/office/officeart/2005/8/layout/cycle4"/>
    <dgm:cxn modelId="{A06B15B8-DD78-4E2B-98AF-6FA060BC7068}" type="presParOf" srcId="{E6AC41BA-4636-4551-8324-9720EB10908F}" destId="{71914D5C-12CB-4E5A-AA5C-056AF78440A3}" srcOrd="0" destOrd="0" presId="urn:microsoft.com/office/officeart/2005/8/layout/cycle4"/>
    <dgm:cxn modelId="{04431828-29D0-4A62-A1E6-225DCF391C69}" type="presParOf" srcId="{E6AC41BA-4636-4551-8324-9720EB10908F}" destId="{107F9771-4E3F-4F13-BAE5-C73205FB188B}" srcOrd="1" destOrd="0" presId="urn:microsoft.com/office/officeart/2005/8/layout/cycle4"/>
    <dgm:cxn modelId="{A8B6BCE1-1031-4F6A-9C9C-3A71A9657E8C}" type="presParOf" srcId="{CA9E2F68-97FB-499E-B15D-72E9ACE5456D}" destId="{D6F97742-F655-4A32-9E1E-05A9B4BC9070}" srcOrd="2" destOrd="0" presId="urn:microsoft.com/office/officeart/2005/8/layout/cycle4"/>
    <dgm:cxn modelId="{69F90F0F-CCF8-48DE-88B5-3F9DEF52A8DA}" type="presParOf" srcId="{D6F97742-F655-4A32-9E1E-05A9B4BC9070}" destId="{2BA1D420-2CF6-4676-8FA2-98E8BA450135}" srcOrd="0" destOrd="0" presId="urn:microsoft.com/office/officeart/2005/8/layout/cycle4"/>
    <dgm:cxn modelId="{942D9A00-FBB5-4047-9DAC-BC1FA1630E69}" type="presParOf" srcId="{D6F97742-F655-4A32-9E1E-05A9B4BC9070}" destId="{C1A2F6A2-2FA7-48EA-B7C7-154448487427}" srcOrd="1" destOrd="0" presId="urn:microsoft.com/office/officeart/2005/8/layout/cycle4"/>
    <dgm:cxn modelId="{03C40800-E605-4AD0-A211-310243126AF5}" type="presParOf" srcId="{CA9E2F68-97FB-499E-B15D-72E9ACE5456D}" destId="{24D64AAF-9667-413A-8BA4-1878990E1975}" srcOrd="3" destOrd="0" presId="urn:microsoft.com/office/officeart/2005/8/layout/cycle4"/>
    <dgm:cxn modelId="{2447B32A-3713-49AA-8796-7374AFA448F5}" type="presParOf" srcId="{24D64AAF-9667-413A-8BA4-1878990E1975}" destId="{2FD947E9-216B-4BCB-851F-97AC149AE54C}" srcOrd="0" destOrd="0" presId="urn:microsoft.com/office/officeart/2005/8/layout/cycle4"/>
    <dgm:cxn modelId="{34379027-91E3-432E-A020-413DF2F6B827}" type="presParOf" srcId="{24D64AAF-9667-413A-8BA4-1878990E1975}" destId="{635F882D-D6DF-458E-A4A0-069AF944448A}" srcOrd="1" destOrd="0" presId="urn:microsoft.com/office/officeart/2005/8/layout/cycle4"/>
    <dgm:cxn modelId="{9200DF6F-E4C4-44AC-A58B-DBC60DED754A}" type="presParOf" srcId="{CA9E2F68-97FB-499E-B15D-72E9ACE5456D}" destId="{2B3D2C49-78CA-48C7-B861-36D4CC1453F9}" srcOrd="4" destOrd="0" presId="urn:microsoft.com/office/officeart/2005/8/layout/cycle4"/>
    <dgm:cxn modelId="{91F5EDB4-CC17-4F88-B22A-5E6252297EB7}" type="presParOf" srcId="{29623D77-2C48-4282-B594-115B309F458B}" destId="{661C572B-3474-434D-9077-BBD8D46834AC}" srcOrd="1" destOrd="0" presId="urn:microsoft.com/office/officeart/2005/8/layout/cycle4"/>
    <dgm:cxn modelId="{EAFD64A1-346F-484F-B344-2EEF67807D44}" type="presParOf" srcId="{661C572B-3474-434D-9077-BBD8D46834AC}" destId="{C01E0D53-5433-43B7-958A-1C082A118C9F}" srcOrd="0" destOrd="0" presId="urn:microsoft.com/office/officeart/2005/8/layout/cycle4"/>
    <dgm:cxn modelId="{E9032505-FBE8-4667-BD5A-9CBE8AAF79B2}" type="presParOf" srcId="{661C572B-3474-434D-9077-BBD8D46834AC}" destId="{78A6C0D8-42E6-4920-80B7-1273C324CC65}" srcOrd="1" destOrd="0" presId="urn:microsoft.com/office/officeart/2005/8/layout/cycle4"/>
    <dgm:cxn modelId="{85F7FA28-47EA-40A1-BDB9-C4A1FE2DB5BC}" type="presParOf" srcId="{661C572B-3474-434D-9077-BBD8D46834AC}" destId="{2760DC9E-1616-4714-A784-2D0C3A7A3B0B}" srcOrd="2" destOrd="0" presId="urn:microsoft.com/office/officeart/2005/8/layout/cycle4"/>
    <dgm:cxn modelId="{1D05BF84-0C36-456E-8E38-0532A649F554}" type="presParOf" srcId="{661C572B-3474-434D-9077-BBD8D46834AC}" destId="{D108CA8D-3C2A-4B2D-9DE6-B74AA27EFEC7}" srcOrd="3" destOrd="0" presId="urn:microsoft.com/office/officeart/2005/8/layout/cycle4"/>
    <dgm:cxn modelId="{B1D8A126-DC80-425C-8DB5-87C933D08DDE}" type="presParOf" srcId="{661C572B-3474-434D-9077-BBD8D46834AC}" destId="{6022E6B9-F3B5-48E2-A793-110D42D890F9}" srcOrd="4" destOrd="0" presId="urn:microsoft.com/office/officeart/2005/8/layout/cycle4"/>
    <dgm:cxn modelId="{3D1290D7-0498-4E9D-8644-B37055F48898}" type="presParOf" srcId="{29623D77-2C48-4282-B594-115B309F458B}" destId="{810B0505-1EB2-4F40-B8F0-7286FB5F4113}" srcOrd="2" destOrd="0" presId="urn:microsoft.com/office/officeart/2005/8/layout/cycle4"/>
    <dgm:cxn modelId="{5F35284C-0687-4B15-B5FA-AA28E9134D2E}" type="presParOf" srcId="{29623D77-2C48-4282-B594-115B309F458B}" destId="{85B2A12C-779D-4964-A55C-DAE1024A0DF5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4DA8A0E-3E7F-4BB2-9AEB-925A40DA81F9}" type="doc">
      <dgm:prSet loTypeId="urn:microsoft.com/office/officeart/2005/8/layout/v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B4281D7B-5C21-4B97-A11F-10FD345C8261}">
      <dgm:prSet phldrT="[Text]" phldr="0"/>
      <dgm:spPr/>
      <dgm:t>
        <a:bodyPr/>
        <a:lstStyle/>
        <a:p>
          <a:pPr algn="ctr">
            <a:lnSpc>
              <a:spcPct val="150000"/>
            </a:lnSpc>
          </a:pPr>
          <a:r>
            <a:rPr lang="en-GB" dirty="0"/>
            <a:t>Load Data</a:t>
          </a:r>
        </a:p>
        <a:p>
          <a:pPr algn="ctr">
            <a:lnSpc>
              <a:spcPct val="150000"/>
            </a:lnSpc>
          </a:pPr>
          <a:r>
            <a:rPr lang="en-IN" dirty="0"/>
            <a:t>Statistical analysis</a:t>
          </a:r>
        </a:p>
        <a:p>
          <a:pPr algn="ctr">
            <a:lnSpc>
              <a:spcPct val="150000"/>
            </a:lnSpc>
          </a:pPr>
          <a:r>
            <a:rPr lang="en-IN" dirty="0"/>
            <a:t>Imputation</a:t>
          </a:r>
        </a:p>
      </dgm:t>
    </dgm:pt>
    <dgm:pt modelId="{BAA7B5B5-F890-4611-9BEA-D5073C228DCC}" type="parTrans" cxnId="{EE03EC4C-6930-4237-AF66-9F6486A3F81F}">
      <dgm:prSet/>
      <dgm:spPr/>
      <dgm:t>
        <a:bodyPr/>
        <a:lstStyle/>
        <a:p>
          <a:endParaRPr lang="en-IN"/>
        </a:p>
      </dgm:t>
    </dgm:pt>
    <dgm:pt modelId="{E66221B7-684E-4A17-9278-158D2A31087C}" type="sibTrans" cxnId="{EE03EC4C-6930-4237-AF66-9F6486A3F81F}">
      <dgm:prSet/>
      <dgm:spPr/>
      <dgm:t>
        <a:bodyPr/>
        <a:lstStyle/>
        <a:p>
          <a:endParaRPr lang="en-IN"/>
        </a:p>
      </dgm:t>
    </dgm:pt>
    <dgm:pt modelId="{405B0981-9D2F-4273-A797-38F352BAC90E}">
      <dgm:prSet phldrT="[Text]" phldr="0"/>
      <dgm:spPr/>
      <dgm:t>
        <a:bodyPr/>
        <a:lstStyle/>
        <a:p>
          <a:pPr algn="ctr"/>
          <a:r>
            <a:rPr lang="en-GB" dirty="0"/>
            <a:t>X = Features, y = Target</a:t>
          </a:r>
        </a:p>
        <a:p>
          <a:pPr algn="ctr"/>
          <a:r>
            <a:rPr lang="en-IN" dirty="0"/>
            <a:t>Train Test Split</a:t>
          </a:r>
        </a:p>
        <a:p>
          <a:pPr algn="ctr"/>
          <a:r>
            <a:rPr lang="en-IN" dirty="0"/>
            <a:t>Encoding</a:t>
          </a:r>
        </a:p>
        <a:p>
          <a:pPr algn="ctr"/>
          <a:r>
            <a:rPr lang="en-IN" dirty="0"/>
            <a:t>Normalization</a:t>
          </a:r>
        </a:p>
        <a:p>
          <a:pPr algn="ctr"/>
          <a:r>
            <a:rPr lang="en-IN" dirty="0"/>
            <a:t>Oversampling</a:t>
          </a:r>
        </a:p>
      </dgm:t>
    </dgm:pt>
    <dgm:pt modelId="{7DCA7162-DBFB-448E-8C86-A70138B819D6}" type="parTrans" cxnId="{88E5453F-C399-4E74-954E-BB242A83FADF}">
      <dgm:prSet/>
      <dgm:spPr/>
      <dgm:t>
        <a:bodyPr/>
        <a:lstStyle/>
        <a:p>
          <a:endParaRPr lang="en-IN"/>
        </a:p>
      </dgm:t>
    </dgm:pt>
    <dgm:pt modelId="{9FFAE679-C639-483D-869E-678DA2C8507B}" type="sibTrans" cxnId="{88E5453F-C399-4E74-954E-BB242A83FADF}">
      <dgm:prSet/>
      <dgm:spPr/>
      <dgm:t>
        <a:bodyPr/>
        <a:lstStyle/>
        <a:p>
          <a:endParaRPr lang="en-IN"/>
        </a:p>
      </dgm:t>
    </dgm:pt>
    <dgm:pt modelId="{C062E28B-30FD-4A25-BEC0-891741996363}">
      <dgm:prSet phldrT="[Text]" phldr="0"/>
      <dgm:spPr/>
      <dgm:t>
        <a:bodyPr/>
        <a:lstStyle/>
        <a:p>
          <a:pPr algn="ctr"/>
          <a:r>
            <a:rPr lang="en-GB" b="1" dirty="0"/>
            <a:t>Model Training :</a:t>
          </a:r>
        </a:p>
        <a:p>
          <a:pPr algn="ctr"/>
          <a:r>
            <a:rPr lang="en-IN" dirty="0"/>
            <a:t>Logistic Regression</a:t>
          </a:r>
        </a:p>
        <a:p>
          <a:pPr algn="ctr"/>
          <a:r>
            <a:rPr lang="en-IN" dirty="0"/>
            <a:t>Random Forest Classifier</a:t>
          </a:r>
        </a:p>
        <a:p>
          <a:pPr algn="ctr"/>
          <a:r>
            <a:rPr lang="en-IN" dirty="0"/>
            <a:t>KNN</a:t>
          </a:r>
        </a:p>
        <a:p>
          <a:pPr algn="ctr"/>
          <a:r>
            <a:rPr lang="en-IN" dirty="0"/>
            <a:t>XGBC</a:t>
          </a:r>
        </a:p>
      </dgm:t>
    </dgm:pt>
    <dgm:pt modelId="{4700960A-CB85-4652-8CC0-9E32F48DBE53}" type="parTrans" cxnId="{AD896832-9393-424D-AD09-64C62938A864}">
      <dgm:prSet/>
      <dgm:spPr/>
      <dgm:t>
        <a:bodyPr/>
        <a:lstStyle/>
        <a:p>
          <a:endParaRPr lang="en-IN"/>
        </a:p>
      </dgm:t>
    </dgm:pt>
    <dgm:pt modelId="{1D14A13A-487B-4C52-996B-4C5F84496CEF}" type="sibTrans" cxnId="{AD896832-9393-424D-AD09-64C62938A864}">
      <dgm:prSet/>
      <dgm:spPr/>
      <dgm:t>
        <a:bodyPr/>
        <a:lstStyle/>
        <a:p>
          <a:endParaRPr lang="en-IN"/>
        </a:p>
      </dgm:t>
    </dgm:pt>
    <dgm:pt modelId="{3B65667F-C1D5-432E-848C-9BEF1E93DDC3}" type="pres">
      <dgm:prSet presAssocID="{84DA8A0E-3E7F-4BB2-9AEB-925A40DA81F9}" presName="outerComposite" presStyleCnt="0">
        <dgm:presLayoutVars>
          <dgm:chMax val="5"/>
          <dgm:dir/>
          <dgm:resizeHandles val="exact"/>
        </dgm:presLayoutVars>
      </dgm:prSet>
      <dgm:spPr/>
    </dgm:pt>
    <dgm:pt modelId="{3F7C7EC7-BFF9-40B4-87AA-DB1FBA9C6BA2}" type="pres">
      <dgm:prSet presAssocID="{84DA8A0E-3E7F-4BB2-9AEB-925A40DA81F9}" presName="dummyMaxCanvas" presStyleCnt="0">
        <dgm:presLayoutVars/>
      </dgm:prSet>
      <dgm:spPr/>
    </dgm:pt>
    <dgm:pt modelId="{DA215319-C9F0-430F-8715-2FB77A4E6877}" type="pres">
      <dgm:prSet presAssocID="{84DA8A0E-3E7F-4BB2-9AEB-925A40DA81F9}" presName="ThreeNodes_1" presStyleLbl="node1" presStyleIdx="0" presStyleCnt="3" custLinFactNeighborX="-155" custLinFactNeighborY="-547">
        <dgm:presLayoutVars>
          <dgm:bulletEnabled val="1"/>
        </dgm:presLayoutVars>
      </dgm:prSet>
      <dgm:spPr/>
    </dgm:pt>
    <dgm:pt modelId="{892FF497-B790-4215-B781-4DBB72E4615F}" type="pres">
      <dgm:prSet presAssocID="{84DA8A0E-3E7F-4BB2-9AEB-925A40DA81F9}" presName="ThreeNodes_2" presStyleLbl="node1" presStyleIdx="1" presStyleCnt="3">
        <dgm:presLayoutVars>
          <dgm:bulletEnabled val="1"/>
        </dgm:presLayoutVars>
      </dgm:prSet>
      <dgm:spPr/>
    </dgm:pt>
    <dgm:pt modelId="{6BB0F874-52A9-4F22-A201-C57E2CB4D268}" type="pres">
      <dgm:prSet presAssocID="{84DA8A0E-3E7F-4BB2-9AEB-925A40DA81F9}" presName="ThreeNodes_3" presStyleLbl="node1" presStyleIdx="2" presStyleCnt="3">
        <dgm:presLayoutVars>
          <dgm:bulletEnabled val="1"/>
        </dgm:presLayoutVars>
      </dgm:prSet>
      <dgm:spPr/>
    </dgm:pt>
    <dgm:pt modelId="{B1B5742E-A6BA-404C-96C3-7B7E90EC5017}" type="pres">
      <dgm:prSet presAssocID="{84DA8A0E-3E7F-4BB2-9AEB-925A40DA81F9}" presName="ThreeConn_1-2" presStyleLbl="fgAccFollowNode1" presStyleIdx="0" presStyleCnt="2" custLinFactNeighborX="-95154" custLinFactNeighborY="-4210">
        <dgm:presLayoutVars>
          <dgm:bulletEnabled val="1"/>
        </dgm:presLayoutVars>
      </dgm:prSet>
      <dgm:spPr/>
    </dgm:pt>
    <dgm:pt modelId="{D83948F4-AA36-4E19-8E65-B91E6F6322D9}" type="pres">
      <dgm:prSet presAssocID="{84DA8A0E-3E7F-4BB2-9AEB-925A40DA81F9}" presName="ThreeConn_2-3" presStyleLbl="fgAccFollowNode1" presStyleIdx="1" presStyleCnt="2" custLinFactNeighborX="5052" custLinFactNeighborY="10105">
        <dgm:presLayoutVars>
          <dgm:bulletEnabled val="1"/>
        </dgm:presLayoutVars>
      </dgm:prSet>
      <dgm:spPr/>
    </dgm:pt>
    <dgm:pt modelId="{655BBB62-1C50-45FB-905A-57AB9044C8AF}" type="pres">
      <dgm:prSet presAssocID="{84DA8A0E-3E7F-4BB2-9AEB-925A40DA81F9}" presName="ThreeNodes_1_text" presStyleLbl="node1" presStyleIdx="2" presStyleCnt="3">
        <dgm:presLayoutVars>
          <dgm:bulletEnabled val="1"/>
        </dgm:presLayoutVars>
      </dgm:prSet>
      <dgm:spPr/>
    </dgm:pt>
    <dgm:pt modelId="{4360CF2C-8817-4C5E-913B-89E017E75C99}" type="pres">
      <dgm:prSet presAssocID="{84DA8A0E-3E7F-4BB2-9AEB-925A40DA81F9}" presName="ThreeNodes_2_text" presStyleLbl="node1" presStyleIdx="2" presStyleCnt="3">
        <dgm:presLayoutVars>
          <dgm:bulletEnabled val="1"/>
        </dgm:presLayoutVars>
      </dgm:prSet>
      <dgm:spPr/>
    </dgm:pt>
    <dgm:pt modelId="{CDDADA5B-F331-4056-AEC3-22D85652D994}" type="pres">
      <dgm:prSet presAssocID="{84DA8A0E-3E7F-4BB2-9AEB-925A40DA81F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607D607-3226-49A3-9C68-028D23EC4518}" type="presOf" srcId="{E66221B7-684E-4A17-9278-158D2A31087C}" destId="{B1B5742E-A6BA-404C-96C3-7B7E90EC5017}" srcOrd="0" destOrd="0" presId="urn:microsoft.com/office/officeart/2005/8/layout/vProcess5"/>
    <dgm:cxn modelId="{F660C90D-BD64-4E50-B530-1A4FAF574515}" type="presOf" srcId="{405B0981-9D2F-4273-A797-38F352BAC90E}" destId="{4360CF2C-8817-4C5E-913B-89E017E75C99}" srcOrd="1" destOrd="0" presId="urn:microsoft.com/office/officeart/2005/8/layout/vProcess5"/>
    <dgm:cxn modelId="{AD896832-9393-424D-AD09-64C62938A864}" srcId="{84DA8A0E-3E7F-4BB2-9AEB-925A40DA81F9}" destId="{C062E28B-30FD-4A25-BEC0-891741996363}" srcOrd="2" destOrd="0" parTransId="{4700960A-CB85-4652-8CC0-9E32F48DBE53}" sibTransId="{1D14A13A-487B-4C52-996B-4C5F84496CEF}"/>
    <dgm:cxn modelId="{1F8CC135-9604-467E-9EE8-31775B8C4A89}" type="presOf" srcId="{C062E28B-30FD-4A25-BEC0-891741996363}" destId="{CDDADA5B-F331-4056-AEC3-22D85652D994}" srcOrd="1" destOrd="0" presId="urn:microsoft.com/office/officeart/2005/8/layout/vProcess5"/>
    <dgm:cxn modelId="{1AF0F43B-2A2A-4892-8959-FDEF197977C4}" type="presOf" srcId="{B4281D7B-5C21-4B97-A11F-10FD345C8261}" destId="{DA215319-C9F0-430F-8715-2FB77A4E6877}" srcOrd="0" destOrd="0" presId="urn:microsoft.com/office/officeart/2005/8/layout/vProcess5"/>
    <dgm:cxn modelId="{88E5453F-C399-4E74-954E-BB242A83FADF}" srcId="{84DA8A0E-3E7F-4BB2-9AEB-925A40DA81F9}" destId="{405B0981-9D2F-4273-A797-38F352BAC90E}" srcOrd="1" destOrd="0" parTransId="{7DCA7162-DBFB-448E-8C86-A70138B819D6}" sibTransId="{9FFAE679-C639-483D-869E-678DA2C8507B}"/>
    <dgm:cxn modelId="{EE03EC4C-6930-4237-AF66-9F6486A3F81F}" srcId="{84DA8A0E-3E7F-4BB2-9AEB-925A40DA81F9}" destId="{B4281D7B-5C21-4B97-A11F-10FD345C8261}" srcOrd="0" destOrd="0" parTransId="{BAA7B5B5-F890-4611-9BEA-D5073C228DCC}" sibTransId="{E66221B7-684E-4A17-9278-158D2A31087C}"/>
    <dgm:cxn modelId="{73DEBCBB-976D-4C9A-BEB3-712422E4433B}" type="presOf" srcId="{84DA8A0E-3E7F-4BB2-9AEB-925A40DA81F9}" destId="{3B65667F-C1D5-432E-848C-9BEF1E93DDC3}" srcOrd="0" destOrd="0" presId="urn:microsoft.com/office/officeart/2005/8/layout/vProcess5"/>
    <dgm:cxn modelId="{C56478D3-0802-4957-BD94-8FE2BD1D07D4}" type="presOf" srcId="{B4281D7B-5C21-4B97-A11F-10FD345C8261}" destId="{655BBB62-1C50-45FB-905A-57AB9044C8AF}" srcOrd="1" destOrd="0" presId="urn:microsoft.com/office/officeart/2005/8/layout/vProcess5"/>
    <dgm:cxn modelId="{A50C91D7-BE39-433B-B3D0-249565BE89D5}" type="presOf" srcId="{405B0981-9D2F-4273-A797-38F352BAC90E}" destId="{892FF497-B790-4215-B781-4DBB72E4615F}" srcOrd="0" destOrd="0" presId="urn:microsoft.com/office/officeart/2005/8/layout/vProcess5"/>
    <dgm:cxn modelId="{8A12D5F9-D925-4773-9028-780CB930CE36}" type="presOf" srcId="{C062E28B-30FD-4A25-BEC0-891741996363}" destId="{6BB0F874-52A9-4F22-A201-C57E2CB4D268}" srcOrd="0" destOrd="0" presId="urn:microsoft.com/office/officeart/2005/8/layout/vProcess5"/>
    <dgm:cxn modelId="{5277B8FD-729F-4CED-A7C6-05BD134B79D9}" type="presOf" srcId="{9FFAE679-C639-483D-869E-678DA2C8507B}" destId="{D83948F4-AA36-4E19-8E65-B91E6F6322D9}" srcOrd="0" destOrd="0" presId="urn:microsoft.com/office/officeart/2005/8/layout/vProcess5"/>
    <dgm:cxn modelId="{CB82799F-D5AE-4EB3-B694-C85885A6424D}" type="presParOf" srcId="{3B65667F-C1D5-432E-848C-9BEF1E93DDC3}" destId="{3F7C7EC7-BFF9-40B4-87AA-DB1FBA9C6BA2}" srcOrd="0" destOrd="0" presId="urn:microsoft.com/office/officeart/2005/8/layout/vProcess5"/>
    <dgm:cxn modelId="{E5E04BF0-5998-4CF9-91D7-1F4DAA1B4805}" type="presParOf" srcId="{3B65667F-C1D5-432E-848C-9BEF1E93DDC3}" destId="{DA215319-C9F0-430F-8715-2FB77A4E6877}" srcOrd="1" destOrd="0" presId="urn:microsoft.com/office/officeart/2005/8/layout/vProcess5"/>
    <dgm:cxn modelId="{B6286210-27D2-45B8-A592-1BAC2282E3A3}" type="presParOf" srcId="{3B65667F-C1D5-432E-848C-9BEF1E93DDC3}" destId="{892FF497-B790-4215-B781-4DBB72E4615F}" srcOrd="2" destOrd="0" presId="urn:microsoft.com/office/officeart/2005/8/layout/vProcess5"/>
    <dgm:cxn modelId="{EFD40385-0CDB-448F-A5FD-D18392AF98F4}" type="presParOf" srcId="{3B65667F-C1D5-432E-848C-9BEF1E93DDC3}" destId="{6BB0F874-52A9-4F22-A201-C57E2CB4D268}" srcOrd="3" destOrd="0" presId="urn:microsoft.com/office/officeart/2005/8/layout/vProcess5"/>
    <dgm:cxn modelId="{56540036-51E7-41A9-A91F-4ADCB15DA9A8}" type="presParOf" srcId="{3B65667F-C1D5-432E-848C-9BEF1E93DDC3}" destId="{B1B5742E-A6BA-404C-96C3-7B7E90EC5017}" srcOrd="4" destOrd="0" presId="urn:microsoft.com/office/officeart/2005/8/layout/vProcess5"/>
    <dgm:cxn modelId="{DA1E758E-2B99-426D-923F-79C803FA9E51}" type="presParOf" srcId="{3B65667F-C1D5-432E-848C-9BEF1E93DDC3}" destId="{D83948F4-AA36-4E19-8E65-B91E6F6322D9}" srcOrd="5" destOrd="0" presId="urn:microsoft.com/office/officeart/2005/8/layout/vProcess5"/>
    <dgm:cxn modelId="{D3571DDF-B488-46A2-9A44-36A675E9B8AB}" type="presParOf" srcId="{3B65667F-C1D5-432E-848C-9BEF1E93DDC3}" destId="{655BBB62-1C50-45FB-905A-57AB9044C8AF}" srcOrd="6" destOrd="0" presId="urn:microsoft.com/office/officeart/2005/8/layout/vProcess5"/>
    <dgm:cxn modelId="{8EC3D22B-AF6E-4544-8061-9A727BAFC1A5}" type="presParOf" srcId="{3B65667F-C1D5-432E-848C-9BEF1E93DDC3}" destId="{4360CF2C-8817-4C5E-913B-89E017E75C99}" srcOrd="7" destOrd="0" presId="urn:microsoft.com/office/officeart/2005/8/layout/vProcess5"/>
    <dgm:cxn modelId="{EAA78D0C-FF0E-4441-BCB9-422585CDE097}" type="presParOf" srcId="{3B65667F-C1D5-432E-848C-9BEF1E93DDC3}" destId="{CDDADA5B-F331-4056-AEC3-22D85652D99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FE4C51C-24D0-495D-8872-568435CEA38A}" type="doc">
      <dgm:prSet loTypeId="urn:microsoft.com/office/officeart/2011/layout/Tab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58A6897-4CC0-4E7B-B7C9-AE51099BBC02}">
      <dgm:prSet phldrT="[Text]" phldr="0"/>
      <dgm:spPr/>
      <dgm:t>
        <a:bodyPr/>
        <a:lstStyle/>
        <a:p>
          <a:r>
            <a:rPr lang="en-GB" b="1" dirty="0"/>
            <a:t>Logistic Regression</a:t>
          </a:r>
          <a:endParaRPr lang="en-IN" b="1" dirty="0"/>
        </a:p>
      </dgm:t>
    </dgm:pt>
    <dgm:pt modelId="{308A28E8-E5F4-4757-ADC4-855FE7A9B5CA}" type="parTrans" cxnId="{F2BF3C3A-D1BC-40CF-A70A-4B21725E2A42}">
      <dgm:prSet/>
      <dgm:spPr/>
      <dgm:t>
        <a:bodyPr/>
        <a:lstStyle/>
        <a:p>
          <a:endParaRPr lang="en-IN"/>
        </a:p>
      </dgm:t>
    </dgm:pt>
    <dgm:pt modelId="{DBAA0903-3DEF-4ECA-9901-A9C13681995B}" type="sibTrans" cxnId="{F2BF3C3A-D1BC-40CF-A70A-4B21725E2A42}">
      <dgm:prSet/>
      <dgm:spPr/>
      <dgm:t>
        <a:bodyPr/>
        <a:lstStyle/>
        <a:p>
          <a:endParaRPr lang="en-IN"/>
        </a:p>
      </dgm:t>
    </dgm:pt>
    <dgm:pt modelId="{14231607-08E1-4411-BD6B-B21BB46F7134}">
      <dgm:prSet phldrT="[Text]" phldr="0"/>
      <dgm:spPr/>
      <dgm:t>
        <a:bodyPr/>
        <a:lstStyle/>
        <a:p>
          <a:r>
            <a:rPr lang="en-GB" dirty="0"/>
            <a:t> Accuracy = 73%</a:t>
          </a:r>
          <a:endParaRPr lang="en-IN" dirty="0"/>
        </a:p>
      </dgm:t>
    </dgm:pt>
    <dgm:pt modelId="{F0187555-14DD-479D-AFB5-7C0DE4901091}" type="parTrans" cxnId="{3860F75C-0479-457E-8C38-A9E6F37D2B93}">
      <dgm:prSet/>
      <dgm:spPr/>
      <dgm:t>
        <a:bodyPr/>
        <a:lstStyle/>
        <a:p>
          <a:endParaRPr lang="en-IN"/>
        </a:p>
      </dgm:t>
    </dgm:pt>
    <dgm:pt modelId="{F248082D-506C-483F-8C15-AB3246664BCB}" type="sibTrans" cxnId="{3860F75C-0479-457E-8C38-A9E6F37D2B93}">
      <dgm:prSet/>
      <dgm:spPr/>
      <dgm:t>
        <a:bodyPr/>
        <a:lstStyle/>
        <a:p>
          <a:endParaRPr lang="en-IN"/>
        </a:p>
      </dgm:t>
    </dgm:pt>
    <dgm:pt modelId="{781738BC-DEF1-4AA4-8EF9-9F4B50EE945D}">
      <dgm:prSet phldrT="[Text]" phldr="0"/>
      <dgm:spPr/>
      <dgm:t>
        <a:bodyPr/>
        <a:lstStyle/>
        <a:p>
          <a:endParaRPr lang="en-IN" sz="1000" dirty="0"/>
        </a:p>
      </dgm:t>
    </dgm:pt>
    <dgm:pt modelId="{73C2EF6E-C07F-4956-864D-28F83D813FEA}" type="parTrans" cxnId="{654DC839-4B1D-448F-9F58-2BADAACA7FA7}">
      <dgm:prSet/>
      <dgm:spPr/>
      <dgm:t>
        <a:bodyPr/>
        <a:lstStyle/>
        <a:p>
          <a:endParaRPr lang="en-IN"/>
        </a:p>
      </dgm:t>
    </dgm:pt>
    <dgm:pt modelId="{E67B24CF-EEAF-4656-8D4B-2765F4269250}" type="sibTrans" cxnId="{654DC839-4B1D-448F-9F58-2BADAACA7FA7}">
      <dgm:prSet/>
      <dgm:spPr/>
      <dgm:t>
        <a:bodyPr/>
        <a:lstStyle/>
        <a:p>
          <a:endParaRPr lang="en-IN"/>
        </a:p>
      </dgm:t>
    </dgm:pt>
    <dgm:pt modelId="{1EB97EE8-C651-4FD4-8F2D-FEEA952D002F}">
      <dgm:prSet phldrT="[Text]" phldr="0"/>
      <dgm:spPr/>
      <dgm:t>
        <a:bodyPr/>
        <a:lstStyle/>
        <a:p>
          <a:r>
            <a:rPr lang="en-GB" b="1" dirty="0"/>
            <a:t>RFC</a:t>
          </a:r>
          <a:endParaRPr lang="en-IN" b="1" dirty="0"/>
        </a:p>
      </dgm:t>
    </dgm:pt>
    <dgm:pt modelId="{AD9E040B-9E34-41AA-B789-664C30EBFEF2}" type="parTrans" cxnId="{A9C01278-0D31-4E8A-8C59-344EA28AD502}">
      <dgm:prSet/>
      <dgm:spPr/>
      <dgm:t>
        <a:bodyPr/>
        <a:lstStyle/>
        <a:p>
          <a:endParaRPr lang="en-IN"/>
        </a:p>
      </dgm:t>
    </dgm:pt>
    <dgm:pt modelId="{3A9FBEE8-7B15-4655-BF98-A37813ECEEEA}" type="sibTrans" cxnId="{A9C01278-0D31-4E8A-8C59-344EA28AD502}">
      <dgm:prSet/>
      <dgm:spPr/>
      <dgm:t>
        <a:bodyPr/>
        <a:lstStyle/>
        <a:p>
          <a:endParaRPr lang="en-IN"/>
        </a:p>
      </dgm:t>
    </dgm:pt>
    <dgm:pt modelId="{C9202744-69D9-4602-B496-925A8EB2AE4C}">
      <dgm:prSet phldrT="[Text]" phldr="0"/>
      <dgm:spPr/>
      <dgm:t>
        <a:bodyPr/>
        <a:lstStyle/>
        <a:p>
          <a:r>
            <a:rPr lang="en-GB" dirty="0"/>
            <a:t> Accuracy = 73%</a:t>
          </a:r>
          <a:endParaRPr lang="en-IN" dirty="0"/>
        </a:p>
      </dgm:t>
    </dgm:pt>
    <dgm:pt modelId="{F3AAAF19-5A99-49B6-AFB5-4EB65AF80901}" type="parTrans" cxnId="{B3D200A9-46BC-47D8-B832-42C2DAD40186}">
      <dgm:prSet/>
      <dgm:spPr/>
      <dgm:t>
        <a:bodyPr/>
        <a:lstStyle/>
        <a:p>
          <a:endParaRPr lang="en-IN"/>
        </a:p>
      </dgm:t>
    </dgm:pt>
    <dgm:pt modelId="{46EFB629-0753-4A03-8704-5927F69312C4}" type="sibTrans" cxnId="{B3D200A9-46BC-47D8-B832-42C2DAD40186}">
      <dgm:prSet/>
      <dgm:spPr/>
      <dgm:t>
        <a:bodyPr/>
        <a:lstStyle/>
        <a:p>
          <a:endParaRPr lang="en-IN"/>
        </a:p>
      </dgm:t>
    </dgm:pt>
    <dgm:pt modelId="{8AFE1131-15B6-478D-9392-A49DE5582EFB}">
      <dgm:prSet phldrT="[Text]" phldr="0"/>
      <dgm:spPr/>
      <dgm:t>
        <a:bodyPr/>
        <a:lstStyle/>
        <a:p>
          <a:r>
            <a:rPr lang="en-GB" b="1" dirty="0"/>
            <a:t>XGBC</a:t>
          </a:r>
          <a:endParaRPr lang="en-IN" b="1" dirty="0"/>
        </a:p>
      </dgm:t>
    </dgm:pt>
    <dgm:pt modelId="{0D9F9504-655B-4896-8824-15E076A28F91}" type="parTrans" cxnId="{58E00A7F-F92A-4035-B641-C80463533DD3}">
      <dgm:prSet/>
      <dgm:spPr/>
      <dgm:t>
        <a:bodyPr/>
        <a:lstStyle/>
        <a:p>
          <a:endParaRPr lang="en-IN"/>
        </a:p>
      </dgm:t>
    </dgm:pt>
    <dgm:pt modelId="{7E25EA60-3CE1-4D16-B4B6-7836AECAB8A3}" type="sibTrans" cxnId="{58E00A7F-F92A-4035-B641-C80463533DD3}">
      <dgm:prSet/>
      <dgm:spPr/>
      <dgm:t>
        <a:bodyPr/>
        <a:lstStyle/>
        <a:p>
          <a:endParaRPr lang="en-IN"/>
        </a:p>
      </dgm:t>
    </dgm:pt>
    <dgm:pt modelId="{10E0E272-FB62-4948-BB62-24227A2FA94B}">
      <dgm:prSet phldrT="[Text]" phldr="0"/>
      <dgm:spPr/>
      <dgm:t>
        <a:bodyPr/>
        <a:lstStyle/>
        <a:p>
          <a:r>
            <a:rPr lang="en-GB"/>
            <a:t> Accuracy = 74%</a:t>
          </a:r>
          <a:endParaRPr lang="en-IN" dirty="0"/>
        </a:p>
      </dgm:t>
    </dgm:pt>
    <dgm:pt modelId="{918F7C2C-F775-4171-9CBD-D3445E21A229}" type="parTrans" cxnId="{A3111354-4CF9-469C-B6B6-3258C85DC929}">
      <dgm:prSet/>
      <dgm:spPr/>
      <dgm:t>
        <a:bodyPr/>
        <a:lstStyle/>
        <a:p>
          <a:endParaRPr lang="en-IN"/>
        </a:p>
      </dgm:t>
    </dgm:pt>
    <dgm:pt modelId="{79E88EDB-31BD-49A4-B984-7F038708A504}" type="sibTrans" cxnId="{A3111354-4CF9-469C-B6B6-3258C85DC929}">
      <dgm:prSet/>
      <dgm:spPr/>
      <dgm:t>
        <a:bodyPr/>
        <a:lstStyle/>
        <a:p>
          <a:endParaRPr lang="en-IN"/>
        </a:p>
      </dgm:t>
    </dgm:pt>
    <dgm:pt modelId="{E4C13A87-C421-4438-98A3-5B25EEBF96E0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Recall = 71%</a:t>
          </a:r>
          <a:endParaRPr lang="en-IN" sz="2000" dirty="0"/>
        </a:p>
      </dgm:t>
    </dgm:pt>
    <dgm:pt modelId="{3981510A-EAA7-48E3-8893-7FBBD7E7E429}" type="parTrans" cxnId="{EAE5082F-D914-4CB9-960C-A96A812C199F}">
      <dgm:prSet/>
      <dgm:spPr/>
      <dgm:t>
        <a:bodyPr/>
        <a:lstStyle/>
        <a:p>
          <a:endParaRPr lang="en-IN"/>
        </a:p>
      </dgm:t>
    </dgm:pt>
    <dgm:pt modelId="{4FA163F3-EF71-490E-A017-CA496FD97532}" type="sibTrans" cxnId="{EAE5082F-D914-4CB9-960C-A96A812C199F}">
      <dgm:prSet/>
      <dgm:spPr/>
      <dgm:t>
        <a:bodyPr/>
        <a:lstStyle/>
        <a:p>
          <a:endParaRPr lang="en-IN"/>
        </a:p>
      </dgm:t>
    </dgm:pt>
    <dgm:pt modelId="{866BDF42-9DFF-432D-89C0-7164CAF74A31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F1 score = 72 %</a:t>
          </a:r>
          <a:endParaRPr lang="en-IN" sz="2000" dirty="0"/>
        </a:p>
      </dgm:t>
    </dgm:pt>
    <dgm:pt modelId="{9599CE8E-057E-41E6-B10A-DC66015206D8}" type="parTrans" cxnId="{844A999A-F1CE-44FB-94B6-9366576D2754}">
      <dgm:prSet/>
      <dgm:spPr/>
      <dgm:t>
        <a:bodyPr/>
        <a:lstStyle/>
        <a:p>
          <a:endParaRPr lang="en-IN"/>
        </a:p>
      </dgm:t>
    </dgm:pt>
    <dgm:pt modelId="{87CBD5D6-3692-4676-8354-91B375C0BE3F}" type="sibTrans" cxnId="{844A999A-F1CE-44FB-94B6-9366576D2754}">
      <dgm:prSet/>
      <dgm:spPr/>
      <dgm:t>
        <a:bodyPr/>
        <a:lstStyle/>
        <a:p>
          <a:endParaRPr lang="en-IN"/>
        </a:p>
      </dgm:t>
    </dgm:pt>
    <dgm:pt modelId="{776E4F72-972B-4CAC-B659-F5F20E0E43ED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AUC _ROC = 80%</a:t>
          </a:r>
          <a:endParaRPr lang="en-IN" sz="2000" dirty="0"/>
        </a:p>
      </dgm:t>
    </dgm:pt>
    <dgm:pt modelId="{440227BC-516A-43AF-839B-D5FF43A581A2}" type="parTrans" cxnId="{FC3F7E31-96EC-47E7-82DA-0EEC99242236}">
      <dgm:prSet/>
      <dgm:spPr/>
      <dgm:t>
        <a:bodyPr/>
        <a:lstStyle/>
        <a:p>
          <a:endParaRPr lang="en-IN"/>
        </a:p>
      </dgm:t>
    </dgm:pt>
    <dgm:pt modelId="{37B5CF13-A9B8-43FF-A3AB-FF5DF3199DF4}" type="sibTrans" cxnId="{FC3F7E31-96EC-47E7-82DA-0EEC99242236}">
      <dgm:prSet/>
      <dgm:spPr/>
      <dgm:t>
        <a:bodyPr/>
        <a:lstStyle/>
        <a:p>
          <a:endParaRPr lang="en-IN"/>
        </a:p>
      </dgm:t>
    </dgm:pt>
    <dgm:pt modelId="{E412EC28-2356-4E5C-8FC3-602E86330F2F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Precision = 79%</a:t>
          </a:r>
          <a:endParaRPr lang="en-IN" sz="2000" dirty="0"/>
        </a:p>
      </dgm:t>
    </dgm:pt>
    <dgm:pt modelId="{F8B78ED0-AB35-46E7-BE85-F4B2743BAFA5}" type="parTrans" cxnId="{70B63588-281A-4CB8-89C2-EACC603DFEBA}">
      <dgm:prSet/>
      <dgm:spPr/>
      <dgm:t>
        <a:bodyPr/>
        <a:lstStyle/>
        <a:p>
          <a:endParaRPr lang="en-IN"/>
        </a:p>
      </dgm:t>
    </dgm:pt>
    <dgm:pt modelId="{8686C73C-0EDC-49F0-B98C-F8E64DA900A8}" type="sibTrans" cxnId="{70B63588-281A-4CB8-89C2-EACC603DFEBA}">
      <dgm:prSet/>
      <dgm:spPr/>
      <dgm:t>
        <a:bodyPr/>
        <a:lstStyle/>
        <a:p>
          <a:endParaRPr lang="en-IN"/>
        </a:p>
      </dgm:t>
    </dgm:pt>
    <dgm:pt modelId="{E7520859-DE45-49A3-89D0-130620DB455D}">
      <dgm:prSet custT="1"/>
      <dgm:spPr/>
      <dgm:t>
        <a:bodyPr/>
        <a:lstStyle/>
        <a:p>
          <a:r>
            <a:rPr lang="en-GB" sz="2000"/>
            <a:t>Precision = 71%</a:t>
          </a:r>
          <a:endParaRPr lang="en-IN" sz="2000" dirty="0"/>
        </a:p>
      </dgm:t>
    </dgm:pt>
    <dgm:pt modelId="{0AFCD273-A6AF-45B8-9A44-DB3633DCE040}" type="parTrans" cxnId="{326874CA-F561-40C4-B832-ED1779C88E69}">
      <dgm:prSet/>
      <dgm:spPr/>
      <dgm:t>
        <a:bodyPr/>
        <a:lstStyle/>
        <a:p>
          <a:endParaRPr lang="en-IN"/>
        </a:p>
      </dgm:t>
    </dgm:pt>
    <dgm:pt modelId="{DFD57DAF-F820-4CEC-9A67-D7EA40B4D8D4}" type="sibTrans" cxnId="{326874CA-F561-40C4-B832-ED1779C88E69}">
      <dgm:prSet/>
      <dgm:spPr/>
      <dgm:t>
        <a:bodyPr/>
        <a:lstStyle/>
        <a:p>
          <a:endParaRPr lang="en-IN"/>
        </a:p>
      </dgm:t>
    </dgm:pt>
    <dgm:pt modelId="{0EA3A421-53DB-4198-B7FD-D734765466AC}">
      <dgm:prSet custT="1"/>
      <dgm:spPr/>
      <dgm:t>
        <a:bodyPr/>
        <a:lstStyle/>
        <a:p>
          <a:r>
            <a:rPr lang="en-GB" sz="2000" dirty="0"/>
            <a:t>Recall = 73%</a:t>
          </a:r>
          <a:endParaRPr lang="en-IN" sz="2000" dirty="0"/>
        </a:p>
      </dgm:t>
    </dgm:pt>
    <dgm:pt modelId="{F1E1B92D-4EDD-48AF-93B2-54A4CE9ECFCD}" type="parTrans" cxnId="{DAEB9C79-1D4E-4AC7-A42B-FE3551035F0B}">
      <dgm:prSet/>
      <dgm:spPr/>
      <dgm:t>
        <a:bodyPr/>
        <a:lstStyle/>
        <a:p>
          <a:endParaRPr lang="en-IN"/>
        </a:p>
      </dgm:t>
    </dgm:pt>
    <dgm:pt modelId="{81BA24C9-1859-418B-8525-AFDF6E6C0E5F}" type="sibTrans" cxnId="{DAEB9C79-1D4E-4AC7-A42B-FE3551035F0B}">
      <dgm:prSet/>
      <dgm:spPr/>
      <dgm:t>
        <a:bodyPr/>
        <a:lstStyle/>
        <a:p>
          <a:endParaRPr lang="en-IN"/>
        </a:p>
      </dgm:t>
    </dgm:pt>
    <dgm:pt modelId="{A59EEF99-4EC1-456D-92E4-D86327D6FBF2}">
      <dgm:prSet custT="1"/>
      <dgm:spPr/>
      <dgm:t>
        <a:bodyPr/>
        <a:lstStyle/>
        <a:p>
          <a:r>
            <a:rPr lang="en-GB" sz="2000" dirty="0"/>
            <a:t>F1 score = 72 %</a:t>
          </a:r>
          <a:endParaRPr lang="en-IN" sz="2000" dirty="0"/>
        </a:p>
      </dgm:t>
    </dgm:pt>
    <dgm:pt modelId="{F3D39CC0-C213-41A2-8E22-11C753632659}" type="parTrans" cxnId="{7656D742-D3A8-4CD5-87A1-9408662E7AAC}">
      <dgm:prSet/>
      <dgm:spPr/>
      <dgm:t>
        <a:bodyPr/>
        <a:lstStyle/>
        <a:p>
          <a:endParaRPr lang="en-IN"/>
        </a:p>
      </dgm:t>
    </dgm:pt>
    <dgm:pt modelId="{5BD71BEE-8A5D-40C7-B95E-CEF8A3F1988A}" type="sibTrans" cxnId="{7656D742-D3A8-4CD5-87A1-9408662E7AAC}">
      <dgm:prSet/>
      <dgm:spPr/>
      <dgm:t>
        <a:bodyPr/>
        <a:lstStyle/>
        <a:p>
          <a:endParaRPr lang="en-IN"/>
        </a:p>
      </dgm:t>
    </dgm:pt>
    <dgm:pt modelId="{F8613BB5-21F2-4FC0-8B24-FFE6187CC2F6}">
      <dgm:prSet custT="1"/>
      <dgm:spPr/>
      <dgm:t>
        <a:bodyPr/>
        <a:lstStyle/>
        <a:p>
          <a:r>
            <a:rPr lang="en-GB" sz="2000" dirty="0"/>
            <a:t>AUC _ROC = 78%</a:t>
          </a:r>
          <a:endParaRPr lang="en-IN" sz="2000" dirty="0"/>
        </a:p>
      </dgm:t>
    </dgm:pt>
    <dgm:pt modelId="{8ECCECBD-C9C4-40E7-ACF2-32234C3DC2ED}" type="parTrans" cxnId="{E2F90889-5665-46E9-BE9C-B254B7D830F5}">
      <dgm:prSet/>
      <dgm:spPr/>
      <dgm:t>
        <a:bodyPr/>
        <a:lstStyle/>
        <a:p>
          <a:endParaRPr lang="en-IN"/>
        </a:p>
      </dgm:t>
    </dgm:pt>
    <dgm:pt modelId="{09BF97CE-213D-4E0C-AD22-4E7C91707980}" type="sibTrans" cxnId="{E2F90889-5665-46E9-BE9C-B254B7D830F5}">
      <dgm:prSet/>
      <dgm:spPr/>
      <dgm:t>
        <a:bodyPr/>
        <a:lstStyle/>
        <a:p>
          <a:endParaRPr lang="en-IN"/>
        </a:p>
      </dgm:t>
    </dgm:pt>
    <dgm:pt modelId="{66A16FC7-6C86-480C-981A-B3AAF7F2BB30}">
      <dgm:prSet phldrT="[Text]" custT="1"/>
      <dgm:spPr/>
      <dgm:t>
        <a:bodyPr/>
        <a:lstStyle/>
        <a:p>
          <a:r>
            <a:rPr lang="en-GB" sz="1900" dirty="0"/>
            <a:t> </a:t>
          </a:r>
          <a:endParaRPr lang="en-IN" sz="1900" dirty="0"/>
        </a:p>
        <a:p>
          <a:pPr>
            <a:buFont typeface="Arial" panose="020B0604020202020204" pitchFamily="34" charset="0"/>
            <a:buChar char="•"/>
          </a:pPr>
          <a:r>
            <a:rPr lang="en-GB" sz="2000" dirty="0"/>
            <a:t>Precision = 73%</a:t>
          </a:r>
          <a:endParaRPr lang="en-IN" sz="2000" dirty="0"/>
        </a:p>
        <a:p>
          <a:pPr>
            <a:buFont typeface="Arial" panose="020B0604020202020204" pitchFamily="34" charset="0"/>
            <a:buChar char="•"/>
          </a:pPr>
          <a:r>
            <a:rPr lang="en-GB" sz="2000" dirty="0"/>
            <a:t>Recall = 74%</a:t>
          </a:r>
          <a:endParaRPr lang="en-IN" sz="2000" dirty="0"/>
        </a:p>
        <a:p>
          <a:pPr>
            <a:buFont typeface="Arial" panose="020B0604020202020204" pitchFamily="34" charset="0"/>
            <a:buChar char="•"/>
          </a:pPr>
          <a:r>
            <a:rPr lang="en-GB" sz="2000" dirty="0"/>
            <a:t>F1 score = 73 %</a:t>
          </a:r>
          <a:endParaRPr lang="en-IN" sz="2000" dirty="0"/>
        </a:p>
        <a:p>
          <a:pPr>
            <a:buFont typeface="Arial" panose="020B0604020202020204" pitchFamily="34" charset="0"/>
            <a:buChar char="•"/>
          </a:pPr>
          <a:r>
            <a:rPr lang="en-GB" sz="2000" dirty="0"/>
            <a:t>AUC _ROC = 75%</a:t>
          </a:r>
          <a:endParaRPr lang="en-IN" sz="2000" dirty="0"/>
        </a:p>
      </dgm:t>
    </dgm:pt>
    <dgm:pt modelId="{6303CA9C-884B-44B7-BA28-4E5E532DF956}" type="parTrans" cxnId="{2EDC6C52-EB58-48CB-9D86-9063F21211E4}">
      <dgm:prSet/>
      <dgm:spPr/>
      <dgm:t>
        <a:bodyPr/>
        <a:lstStyle/>
        <a:p>
          <a:endParaRPr lang="en-IN"/>
        </a:p>
      </dgm:t>
    </dgm:pt>
    <dgm:pt modelId="{E7F80F6D-5C25-4945-B6CD-63201942605E}" type="sibTrans" cxnId="{2EDC6C52-EB58-48CB-9D86-9063F21211E4}">
      <dgm:prSet/>
      <dgm:spPr/>
      <dgm:t>
        <a:bodyPr/>
        <a:lstStyle/>
        <a:p>
          <a:endParaRPr lang="en-IN"/>
        </a:p>
      </dgm:t>
    </dgm:pt>
    <dgm:pt modelId="{C9D37D67-4E19-476E-BC56-596D8B7738EB}" type="pres">
      <dgm:prSet presAssocID="{9FE4C51C-24D0-495D-8872-568435CEA38A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AB20C501-74EE-4C85-926B-A6EFD24FBE87}" type="pres">
      <dgm:prSet presAssocID="{F58A6897-4CC0-4E7B-B7C9-AE51099BBC02}" presName="composite" presStyleCnt="0"/>
      <dgm:spPr/>
    </dgm:pt>
    <dgm:pt modelId="{1419B806-F2DE-4A0C-8095-232F7490C75B}" type="pres">
      <dgm:prSet presAssocID="{F58A6897-4CC0-4E7B-B7C9-AE51099BBC02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ED7C679E-39EC-4104-ADB2-53B587C85AEA}" type="pres">
      <dgm:prSet presAssocID="{F58A6897-4CC0-4E7B-B7C9-AE51099BBC02}" presName="Parent" presStyleLbl="alignNode1" presStyleIdx="0" presStyleCnt="3" custLinFactNeighborX="-1265" custLinFactNeighborY="-112">
        <dgm:presLayoutVars>
          <dgm:chMax val="3"/>
          <dgm:chPref val="3"/>
          <dgm:bulletEnabled val="1"/>
        </dgm:presLayoutVars>
      </dgm:prSet>
      <dgm:spPr/>
    </dgm:pt>
    <dgm:pt modelId="{ECC9A642-B259-441F-9791-E94675245974}" type="pres">
      <dgm:prSet presAssocID="{F58A6897-4CC0-4E7B-B7C9-AE51099BBC02}" presName="Accent" presStyleLbl="parChTrans1D1" presStyleIdx="0" presStyleCnt="3"/>
      <dgm:spPr/>
    </dgm:pt>
    <dgm:pt modelId="{9D7F0C35-29CC-41AC-9B2D-6E477AD21603}" type="pres">
      <dgm:prSet presAssocID="{F58A6897-4CC0-4E7B-B7C9-AE51099BBC02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FFD10222-C855-4839-8AA5-9B33B076EA43}" type="pres">
      <dgm:prSet presAssocID="{DBAA0903-3DEF-4ECA-9901-A9C13681995B}" presName="sibTrans" presStyleCnt="0"/>
      <dgm:spPr/>
    </dgm:pt>
    <dgm:pt modelId="{11F18D2B-0EED-4316-AA95-4606F59C6594}" type="pres">
      <dgm:prSet presAssocID="{1EB97EE8-C651-4FD4-8F2D-FEEA952D002F}" presName="composite" presStyleCnt="0"/>
      <dgm:spPr/>
    </dgm:pt>
    <dgm:pt modelId="{C91077D6-DB8F-4AB8-9863-2C8A6290622E}" type="pres">
      <dgm:prSet presAssocID="{1EB97EE8-C651-4FD4-8F2D-FEEA952D002F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6B8DB982-17BE-4D0B-B532-0FE8F870AB19}" type="pres">
      <dgm:prSet presAssocID="{1EB97EE8-C651-4FD4-8F2D-FEEA952D002F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F8F4E867-24B5-411C-9060-DAE518E0D274}" type="pres">
      <dgm:prSet presAssocID="{1EB97EE8-C651-4FD4-8F2D-FEEA952D002F}" presName="Accent" presStyleLbl="parChTrans1D1" presStyleIdx="1" presStyleCnt="3"/>
      <dgm:spPr/>
    </dgm:pt>
    <dgm:pt modelId="{7F331574-AF9A-4052-B2C0-31881B9BC9E9}" type="pres">
      <dgm:prSet presAssocID="{1EB97EE8-C651-4FD4-8F2D-FEEA952D002F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B314C406-806B-4FBA-B603-925449B856C7}" type="pres">
      <dgm:prSet presAssocID="{3A9FBEE8-7B15-4655-BF98-A37813ECEEEA}" presName="sibTrans" presStyleCnt="0"/>
      <dgm:spPr/>
    </dgm:pt>
    <dgm:pt modelId="{6ECCFA46-2D9D-4B04-982A-BB7772AE94A5}" type="pres">
      <dgm:prSet presAssocID="{8AFE1131-15B6-478D-9392-A49DE5582EFB}" presName="composite" presStyleCnt="0"/>
      <dgm:spPr/>
    </dgm:pt>
    <dgm:pt modelId="{04E43D73-20DF-476A-9357-D8EF205AAA6B}" type="pres">
      <dgm:prSet presAssocID="{8AFE1131-15B6-478D-9392-A49DE5582EFB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59F2F1CE-981B-4336-9CCC-AF18F11C6FFE}" type="pres">
      <dgm:prSet presAssocID="{8AFE1131-15B6-478D-9392-A49DE5582EFB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706DD51F-F4E6-4FD2-8285-1C3FB06A8C74}" type="pres">
      <dgm:prSet presAssocID="{8AFE1131-15B6-478D-9392-A49DE5582EFB}" presName="Accent" presStyleLbl="parChTrans1D1" presStyleIdx="2" presStyleCnt="3"/>
      <dgm:spPr/>
    </dgm:pt>
    <dgm:pt modelId="{1235B8A6-A10C-4570-873B-263796EBA7A6}" type="pres">
      <dgm:prSet presAssocID="{8AFE1131-15B6-478D-9392-A49DE5582EFB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4E486D03-C710-4130-A591-4A7A92EEAB4A}" type="presOf" srcId="{10E0E272-FB62-4948-BB62-24227A2FA94B}" destId="{04E43D73-20DF-476A-9357-D8EF205AAA6B}" srcOrd="0" destOrd="0" presId="urn:microsoft.com/office/officeart/2011/layout/TabList"/>
    <dgm:cxn modelId="{11AD4E09-BC1B-4F0E-A584-804F5DC4879C}" type="presOf" srcId="{A59EEF99-4EC1-456D-92E4-D86327D6FBF2}" destId="{7F331574-AF9A-4052-B2C0-31881B9BC9E9}" srcOrd="0" destOrd="2" presId="urn:microsoft.com/office/officeart/2011/layout/TabList"/>
    <dgm:cxn modelId="{41CD390D-F8A2-4720-BBB2-FE432C4B3046}" type="presOf" srcId="{E7520859-DE45-49A3-89D0-130620DB455D}" destId="{7F331574-AF9A-4052-B2C0-31881B9BC9E9}" srcOrd="0" destOrd="0" presId="urn:microsoft.com/office/officeart/2011/layout/TabList"/>
    <dgm:cxn modelId="{4B213422-B3FE-4CB3-9441-77C2EDC8A47E}" type="presOf" srcId="{781738BC-DEF1-4AA4-8EF9-9F4B50EE945D}" destId="{9D7F0C35-29CC-41AC-9B2D-6E477AD21603}" srcOrd="0" destOrd="0" presId="urn:microsoft.com/office/officeart/2011/layout/TabList"/>
    <dgm:cxn modelId="{EAE5082F-D914-4CB9-960C-A96A812C199F}" srcId="{F58A6897-4CC0-4E7B-B7C9-AE51099BBC02}" destId="{E4C13A87-C421-4438-98A3-5B25EEBF96E0}" srcOrd="3" destOrd="0" parTransId="{3981510A-EAA7-48E3-8893-7FBBD7E7E429}" sibTransId="{4FA163F3-EF71-490E-A017-CA496FD97532}"/>
    <dgm:cxn modelId="{283AF12F-3F1B-4BC1-9C97-67FDD2CB59DB}" type="presOf" srcId="{14231607-08E1-4411-BD6B-B21BB46F7134}" destId="{1419B806-F2DE-4A0C-8095-232F7490C75B}" srcOrd="0" destOrd="0" presId="urn:microsoft.com/office/officeart/2011/layout/TabList"/>
    <dgm:cxn modelId="{FC3F7E31-96EC-47E7-82DA-0EEC99242236}" srcId="{F58A6897-4CC0-4E7B-B7C9-AE51099BBC02}" destId="{776E4F72-972B-4CAC-B659-F5F20E0E43ED}" srcOrd="5" destOrd="0" parTransId="{440227BC-516A-43AF-839B-D5FF43A581A2}" sibTransId="{37B5CF13-A9B8-43FF-A3AB-FF5DF3199DF4}"/>
    <dgm:cxn modelId="{4FC40439-CE0B-4C2A-BE37-0E6CD0AC1982}" type="presOf" srcId="{66A16FC7-6C86-480C-981A-B3AAF7F2BB30}" destId="{1235B8A6-A10C-4570-873B-263796EBA7A6}" srcOrd="0" destOrd="0" presId="urn:microsoft.com/office/officeart/2011/layout/TabList"/>
    <dgm:cxn modelId="{654DC839-4B1D-448F-9F58-2BADAACA7FA7}" srcId="{F58A6897-4CC0-4E7B-B7C9-AE51099BBC02}" destId="{781738BC-DEF1-4AA4-8EF9-9F4B50EE945D}" srcOrd="1" destOrd="0" parTransId="{73C2EF6E-C07F-4956-864D-28F83D813FEA}" sibTransId="{E67B24CF-EEAF-4656-8D4B-2765F4269250}"/>
    <dgm:cxn modelId="{F2BF3C3A-D1BC-40CF-A70A-4B21725E2A42}" srcId="{9FE4C51C-24D0-495D-8872-568435CEA38A}" destId="{F58A6897-4CC0-4E7B-B7C9-AE51099BBC02}" srcOrd="0" destOrd="0" parTransId="{308A28E8-E5F4-4757-ADC4-855FE7A9B5CA}" sibTransId="{DBAA0903-3DEF-4ECA-9901-A9C13681995B}"/>
    <dgm:cxn modelId="{3860F75C-0479-457E-8C38-A9E6F37D2B93}" srcId="{F58A6897-4CC0-4E7B-B7C9-AE51099BBC02}" destId="{14231607-08E1-4411-BD6B-B21BB46F7134}" srcOrd="0" destOrd="0" parTransId="{F0187555-14DD-479D-AFB5-7C0DE4901091}" sibTransId="{F248082D-506C-483F-8C15-AB3246664BCB}"/>
    <dgm:cxn modelId="{58D24F60-63E7-434C-8AC6-0DC52DC45318}" type="presOf" srcId="{9FE4C51C-24D0-495D-8872-568435CEA38A}" destId="{C9D37D67-4E19-476E-BC56-596D8B7738EB}" srcOrd="0" destOrd="0" presId="urn:microsoft.com/office/officeart/2011/layout/TabList"/>
    <dgm:cxn modelId="{7656D742-D3A8-4CD5-87A1-9408662E7AAC}" srcId="{1EB97EE8-C651-4FD4-8F2D-FEEA952D002F}" destId="{A59EEF99-4EC1-456D-92E4-D86327D6FBF2}" srcOrd="3" destOrd="0" parTransId="{F3D39CC0-C213-41A2-8E22-11C753632659}" sibTransId="{5BD71BEE-8A5D-40C7-B95E-CEF8A3F1988A}"/>
    <dgm:cxn modelId="{D8AC0F4A-E96A-49F2-A749-1C3E4CB588B2}" type="presOf" srcId="{866BDF42-9DFF-432D-89C0-7164CAF74A31}" destId="{9D7F0C35-29CC-41AC-9B2D-6E477AD21603}" srcOrd="0" destOrd="3" presId="urn:microsoft.com/office/officeart/2011/layout/TabList"/>
    <dgm:cxn modelId="{2EDC6C52-EB58-48CB-9D86-9063F21211E4}" srcId="{8AFE1131-15B6-478D-9392-A49DE5582EFB}" destId="{66A16FC7-6C86-480C-981A-B3AAF7F2BB30}" srcOrd="1" destOrd="0" parTransId="{6303CA9C-884B-44B7-BA28-4E5E532DF956}" sibTransId="{E7F80F6D-5C25-4945-B6CD-63201942605E}"/>
    <dgm:cxn modelId="{A3111354-4CF9-469C-B6B6-3258C85DC929}" srcId="{8AFE1131-15B6-478D-9392-A49DE5582EFB}" destId="{10E0E272-FB62-4948-BB62-24227A2FA94B}" srcOrd="0" destOrd="0" parTransId="{918F7C2C-F775-4171-9CBD-D3445E21A229}" sibTransId="{79E88EDB-31BD-49A4-B984-7F038708A504}"/>
    <dgm:cxn modelId="{A9C01278-0D31-4E8A-8C59-344EA28AD502}" srcId="{9FE4C51C-24D0-495D-8872-568435CEA38A}" destId="{1EB97EE8-C651-4FD4-8F2D-FEEA952D002F}" srcOrd="1" destOrd="0" parTransId="{AD9E040B-9E34-41AA-B789-664C30EBFEF2}" sibTransId="{3A9FBEE8-7B15-4655-BF98-A37813ECEEEA}"/>
    <dgm:cxn modelId="{DAEB9C79-1D4E-4AC7-A42B-FE3551035F0B}" srcId="{1EB97EE8-C651-4FD4-8F2D-FEEA952D002F}" destId="{0EA3A421-53DB-4198-B7FD-D734765466AC}" srcOrd="2" destOrd="0" parTransId="{F1E1B92D-4EDD-48AF-93B2-54A4CE9ECFCD}" sibTransId="{81BA24C9-1859-418B-8525-AFDF6E6C0E5F}"/>
    <dgm:cxn modelId="{79C24C7E-7ADE-4CDD-84DC-9C7683D9E58C}" type="presOf" srcId="{1EB97EE8-C651-4FD4-8F2D-FEEA952D002F}" destId="{6B8DB982-17BE-4D0B-B532-0FE8F870AB19}" srcOrd="0" destOrd="0" presId="urn:microsoft.com/office/officeart/2011/layout/TabList"/>
    <dgm:cxn modelId="{58E00A7F-F92A-4035-B641-C80463533DD3}" srcId="{9FE4C51C-24D0-495D-8872-568435CEA38A}" destId="{8AFE1131-15B6-478D-9392-A49DE5582EFB}" srcOrd="2" destOrd="0" parTransId="{0D9F9504-655B-4896-8824-15E076A28F91}" sibTransId="{7E25EA60-3CE1-4D16-B4B6-7836AECAB8A3}"/>
    <dgm:cxn modelId="{70B63588-281A-4CB8-89C2-EACC603DFEBA}" srcId="{F58A6897-4CC0-4E7B-B7C9-AE51099BBC02}" destId="{E412EC28-2356-4E5C-8FC3-602E86330F2F}" srcOrd="2" destOrd="0" parTransId="{F8B78ED0-AB35-46E7-BE85-F4B2743BAFA5}" sibTransId="{8686C73C-0EDC-49F0-B98C-F8E64DA900A8}"/>
    <dgm:cxn modelId="{E2F90889-5665-46E9-BE9C-B254B7D830F5}" srcId="{1EB97EE8-C651-4FD4-8F2D-FEEA952D002F}" destId="{F8613BB5-21F2-4FC0-8B24-FFE6187CC2F6}" srcOrd="4" destOrd="0" parTransId="{8ECCECBD-C9C4-40E7-ACF2-32234C3DC2ED}" sibTransId="{09BF97CE-213D-4E0C-AD22-4E7C91707980}"/>
    <dgm:cxn modelId="{17E9A08C-622D-4005-B076-6A0E8C5C62DF}" type="presOf" srcId="{C9202744-69D9-4602-B496-925A8EB2AE4C}" destId="{C91077D6-DB8F-4AB8-9863-2C8A6290622E}" srcOrd="0" destOrd="0" presId="urn:microsoft.com/office/officeart/2011/layout/TabList"/>
    <dgm:cxn modelId="{F9451592-FD90-41F7-841A-C2FC3098088D}" type="presOf" srcId="{8AFE1131-15B6-478D-9392-A49DE5582EFB}" destId="{59F2F1CE-981B-4336-9CCC-AF18F11C6FFE}" srcOrd="0" destOrd="0" presId="urn:microsoft.com/office/officeart/2011/layout/TabList"/>
    <dgm:cxn modelId="{7057F294-391B-49F7-89E7-765A8ED8E4C9}" type="presOf" srcId="{0EA3A421-53DB-4198-B7FD-D734765466AC}" destId="{7F331574-AF9A-4052-B2C0-31881B9BC9E9}" srcOrd="0" destOrd="1" presId="urn:microsoft.com/office/officeart/2011/layout/TabList"/>
    <dgm:cxn modelId="{23ACA895-41C3-40BA-BFE8-02F166493918}" type="presOf" srcId="{776E4F72-972B-4CAC-B659-F5F20E0E43ED}" destId="{9D7F0C35-29CC-41AC-9B2D-6E477AD21603}" srcOrd="0" destOrd="4" presId="urn:microsoft.com/office/officeart/2011/layout/TabList"/>
    <dgm:cxn modelId="{63815496-B869-4FD3-8F13-BCC9981FB7E4}" type="presOf" srcId="{F8613BB5-21F2-4FC0-8B24-FFE6187CC2F6}" destId="{7F331574-AF9A-4052-B2C0-31881B9BC9E9}" srcOrd="0" destOrd="3" presId="urn:microsoft.com/office/officeart/2011/layout/TabList"/>
    <dgm:cxn modelId="{844A999A-F1CE-44FB-94B6-9366576D2754}" srcId="{F58A6897-4CC0-4E7B-B7C9-AE51099BBC02}" destId="{866BDF42-9DFF-432D-89C0-7164CAF74A31}" srcOrd="4" destOrd="0" parTransId="{9599CE8E-057E-41E6-B10A-DC66015206D8}" sibTransId="{87CBD5D6-3692-4676-8354-91B375C0BE3F}"/>
    <dgm:cxn modelId="{B3D200A9-46BC-47D8-B832-42C2DAD40186}" srcId="{1EB97EE8-C651-4FD4-8F2D-FEEA952D002F}" destId="{C9202744-69D9-4602-B496-925A8EB2AE4C}" srcOrd="0" destOrd="0" parTransId="{F3AAAF19-5A99-49B6-AFB5-4EB65AF80901}" sibTransId="{46EFB629-0753-4A03-8704-5927F69312C4}"/>
    <dgm:cxn modelId="{326874CA-F561-40C4-B832-ED1779C88E69}" srcId="{1EB97EE8-C651-4FD4-8F2D-FEEA952D002F}" destId="{E7520859-DE45-49A3-89D0-130620DB455D}" srcOrd="1" destOrd="0" parTransId="{0AFCD273-A6AF-45B8-9A44-DB3633DCE040}" sibTransId="{DFD57DAF-F820-4CEC-9A67-D7EA40B4D8D4}"/>
    <dgm:cxn modelId="{BD376BE8-9B54-4FFF-94D6-9E5D6FDA79A1}" type="presOf" srcId="{E412EC28-2356-4E5C-8FC3-602E86330F2F}" destId="{9D7F0C35-29CC-41AC-9B2D-6E477AD21603}" srcOrd="0" destOrd="1" presId="urn:microsoft.com/office/officeart/2011/layout/TabList"/>
    <dgm:cxn modelId="{2604F4EB-23B9-4CCA-8141-9255DF86D398}" type="presOf" srcId="{E4C13A87-C421-4438-98A3-5B25EEBF96E0}" destId="{9D7F0C35-29CC-41AC-9B2D-6E477AD21603}" srcOrd="0" destOrd="2" presId="urn:microsoft.com/office/officeart/2011/layout/TabList"/>
    <dgm:cxn modelId="{C0A57DFE-75AE-463C-A673-B930441AF2D4}" type="presOf" srcId="{F58A6897-4CC0-4E7B-B7C9-AE51099BBC02}" destId="{ED7C679E-39EC-4104-ADB2-53B587C85AEA}" srcOrd="0" destOrd="0" presId="urn:microsoft.com/office/officeart/2011/layout/TabList"/>
    <dgm:cxn modelId="{1A58452E-CCAB-4EA3-8B33-C24ABBEECB42}" type="presParOf" srcId="{C9D37D67-4E19-476E-BC56-596D8B7738EB}" destId="{AB20C501-74EE-4C85-926B-A6EFD24FBE87}" srcOrd="0" destOrd="0" presId="urn:microsoft.com/office/officeart/2011/layout/TabList"/>
    <dgm:cxn modelId="{1B63776D-6CFB-4189-A903-D125B0169415}" type="presParOf" srcId="{AB20C501-74EE-4C85-926B-A6EFD24FBE87}" destId="{1419B806-F2DE-4A0C-8095-232F7490C75B}" srcOrd="0" destOrd="0" presId="urn:microsoft.com/office/officeart/2011/layout/TabList"/>
    <dgm:cxn modelId="{E6924A26-0B0D-441E-95A3-38F99A19D763}" type="presParOf" srcId="{AB20C501-74EE-4C85-926B-A6EFD24FBE87}" destId="{ED7C679E-39EC-4104-ADB2-53B587C85AEA}" srcOrd="1" destOrd="0" presId="urn:microsoft.com/office/officeart/2011/layout/TabList"/>
    <dgm:cxn modelId="{1DE48952-5D49-4CC6-AF24-B9A6A2E7F340}" type="presParOf" srcId="{AB20C501-74EE-4C85-926B-A6EFD24FBE87}" destId="{ECC9A642-B259-441F-9791-E94675245974}" srcOrd="2" destOrd="0" presId="urn:microsoft.com/office/officeart/2011/layout/TabList"/>
    <dgm:cxn modelId="{0FD6E066-1589-4981-830C-49EFD53D8810}" type="presParOf" srcId="{C9D37D67-4E19-476E-BC56-596D8B7738EB}" destId="{9D7F0C35-29CC-41AC-9B2D-6E477AD21603}" srcOrd="1" destOrd="0" presId="urn:microsoft.com/office/officeart/2011/layout/TabList"/>
    <dgm:cxn modelId="{7E2F522B-F9F5-4542-83D9-3E4B8BB039D3}" type="presParOf" srcId="{C9D37D67-4E19-476E-BC56-596D8B7738EB}" destId="{FFD10222-C855-4839-8AA5-9B33B076EA43}" srcOrd="2" destOrd="0" presId="urn:microsoft.com/office/officeart/2011/layout/TabList"/>
    <dgm:cxn modelId="{5BE770B1-36A6-42C1-9AAB-E2E237CB3C43}" type="presParOf" srcId="{C9D37D67-4E19-476E-BC56-596D8B7738EB}" destId="{11F18D2B-0EED-4316-AA95-4606F59C6594}" srcOrd="3" destOrd="0" presId="urn:microsoft.com/office/officeart/2011/layout/TabList"/>
    <dgm:cxn modelId="{24866437-A345-4786-A092-5232856872A0}" type="presParOf" srcId="{11F18D2B-0EED-4316-AA95-4606F59C6594}" destId="{C91077D6-DB8F-4AB8-9863-2C8A6290622E}" srcOrd="0" destOrd="0" presId="urn:microsoft.com/office/officeart/2011/layout/TabList"/>
    <dgm:cxn modelId="{162349A0-EC07-4D03-BBA0-FA86B6747F98}" type="presParOf" srcId="{11F18D2B-0EED-4316-AA95-4606F59C6594}" destId="{6B8DB982-17BE-4D0B-B532-0FE8F870AB19}" srcOrd="1" destOrd="0" presId="urn:microsoft.com/office/officeart/2011/layout/TabList"/>
    <dgm:cxn modelId="{FBA055B4-E599-4325-93BD-6FBDA5E36A6F}" type="presParOf" srcId="{11F18D2B-0EED-4316-AA95-4606F59C6594}" destId="{F8F4E867-24B5-411C-9060-DAE518E0D274}" srcOrd="2" destOrd="0" presId="urn:microsoft.com/office/officeart/2011/layout/TabList"/>
    <dgm:cxn modelId="{4EFD24FE-A13B-4B25-939C-FAC40F27679E}" type="presParOf" srcId="{C9D37D67-4E19-476E-BC56-596D8B7738EB}" destId="{7F331574-AF9A-4052-B2C0-31881B9BC9E9}" srcOrd="4" destOrd="0" presId="urn:microsoft.com/office/officeart/2011/layout/TabList"/>
    <dgm:cxn modelId="{3D527094-4118-4B81-930F-3CB579100021}" type="presParOf" srcId="{C9D37D67-4E19-476E-BC56-596D8B7738EB}" destId="{B314C406-806B-4FBA-B603-925449B856C7}" srcOrd="5" destOrd="0" presId="urn:microsoft.com/office/officeart/2011/layout/TabList"/>
    <dgm:cxn modelId="{E530018E-3B4E-45A4-BBB0-0B3AA65BC1F4}" type="presParOf" srcId="{C9D37D67-4E19-476E-BC56-596D8B7738EB}" destId="{6ECCFA46-2D9D-4B04-982A-BB7772AE94A5}" srcOrd="6" destOrd="0" presId="urn:microsoft.com/office/officeart/2011/layout/TabList"/>
    <dgm:cxn modelId="{F27E522B-2142-4B3D-A1F8-D4DE5F4D0FB0}" type="presParOf" srcId="{6ECCFA46-2D9D-4B04-982A-BB7772AE94A5}" destId="{04E43D73-20DF-476A-9357-D8EF205AAA6B}" srcOrd="0" destOrd="0" presId="urn:microsoft.com/office/officeart/2011/layout/TabList"/>
    <dgm:cxn modelId="{ED641F6F-0A84-4C17-9DDA-7A8E5B2E9805}" type="presParOf" srcId="{6ECCFA46-2D9D-4B04-982A-BB7772AE94A5}" destId="{59F2F1CE-981B-4336-9CCC-AF18F11C6FFE}" srcOrd="1" destOrd="0" presId="urn:microsoft.com/office/officeart/2011/layout/TabList"/>
    <dgm:cxn modelId="{597B0DDF-1688-43AD-ABE2-94329E9C0AA6}" type="presParOf" srcId="{6ECCFA46-2D9D-4B04-982A-BB7772AE94A5}" destId="{706DD51F-F4E6-4FD2-8285-1C3FB06A8C74}" srcOrd="2" destOrd="0" presId="urn:microsoft.com/office/officeart/2011/layout/TabList"/>
    <dgm:cxn modelId="{6EE50FF2-51AD-4C0B-A4A1-F7A635C09726}" type="presParOf" srcId="{C9D37D67-4E19-476E-BC56-596D8B7738EB}" destId="{1235B8A6-A10C-4570-873B-263796EBA7A6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E9F55-E25F-4475-9DAF-4D6E06E34F6F}">
      <dsp:nvSpPr>
        <dsp:cNvPr id="0" name=""/>
        <dsp:cNvSpPr/>
      </dsp:nvSpPr>
      <dsp:spPr>
        <a:xfrm>
          <a:off x="1896924" y="219326"/>
          <a:ext cx="4352781" cy="1511663"/>
        </a:xfrm>
        <a:prstGeom prst="ellipse">
          <a:avLst/>
        </a:prstGeom>
        <a:solidFill>
          <a:schemeClr val="dk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D1CEA-31CE-4454-9A1F-EEA9DCA868F2}">
      <dsp:nvSpPr>
        <dsp:cNvPr id="0" name=""/>
        <dsp:cNvSpPr/>
      </dsp:nvSpPr>
      <dsp:spPr>
        <a:xfrm>
          <a:off x="3658282" y="3920877"/>
          <a:ext cx="843562" cy="539879"/>
        </a:xfrm>
        <a:prstGeom prst="downArrow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2F64684-5E30-49D4-A236-E867EB596421}">
      <dsp:nvSpPr>
        <dsp:cNvPr id="0" name=""/>
        <dsp:cNvSpPr/>
      </dsp:nvSpPr>
      <dsp:spPr>
        <a:xfrm>
          <a:off x="2055513" y="4352781"/>
          <a:ext cx="4049099" cy="1012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/>
            <a:t>  Cleaned Data</a:t>
          </a:r>
          <a:endParaRPr lang="en-IN" sz="2800" b="1" kern="1200" dirty="0"/>
        </a:p>
      </dsp:txBody>
      <dsp:txXfrm>
        <a:off x="2055513" y="4352781"/>
        <a:ext cx="4049099" cy="1012274"/>
      </dsp:txXfrm>
    </dsp:sp>
    <dsp:sp modelId="{4B8D1222-202E-414D-8C87-9AF08B167CB5}">
      <dsp:nvSpPr>
        <dsp:cNvPr id="0" name=""/>
        <dsp:cNvSpPr/>
      </dsp:nvSpPr>
      <dsp:spPr>
        <a:xfrm>
          <a:off x="3479447" y="1847738"/>
          <a:ext cx="1518412" cy="15184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Feature selection</a:t>
          </a:r>
          <a:endParaRPr lang="en-IN" sz="2000" kern="1200" dirty="0"/>
        </a:p>
      </dsp:txBody>
      <dsp:txXfrm>
        <a:off x="3701813" y="2070104"/>
        <a:ext cx="1073680" cy="1073680"/>
      </dsp:txXfrm>
    </dsp:sp>
    <dsp:sp modelId="{F3BFBFDD-4087-4681-AA9E-B1C26D2DF808}">
      <dsp:nvSpPr>
        <dsp:cNvPr id="0" name=""/>
        <dsp:cNvSpPr/>
      </dsp:nvSpPr>
      <dsp:spPr>
        <a:xfrm>
          <a:off x="2392938" y="708592"/>
          <a:ext cx="1518412" cy="15184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Data collection</a:t>
          </a:r>
          <a:endParaRPr lang="en-IN" sz="2000" kern="1200" dirty="0"/>
        </a:p>
      </dsp:txBody>
      <dsp:txXfrm>
        <a:off x="2615304" y="930958"/>
        <a:ext cx="1073680" cy="1073680"/>
      </dsp:txXfrm>
    </dsp:sp>
    <dsp:sp modelId="{7DE44ACF-0F52-405E-BCDB-8D4BEF45B77F}">
      <dsp:nvSpPr>
        <dsp:cNvPr id="0" name=""/>
        <dsp:cNvSpPr/>
      </dsp:nvSpPr>
      <dsp:spPr>
        <a:xfrm>
          <a:off x="3945093" y="341474"/>
          <a:ext cx="1518412" cy="15184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Data Cleaning</a:t>
          </a:r>
          <a:endParaRPr lang="en-IN" sz="2200" kern="1200" dirty="0"/>
        </a:p>
      </dsp:txBody>
      <dsp:txXfrm>
        <a:off x="4167459" y="563840"/>
        <a:ext cx="1073680" cy="1073680"/>
      </dsp:txXfrm>
    </dsp:sp>
    <dsp:sp modelId="{FD017F48-5052-4117-B2A7-C8B6279D168C}">
      <dsp:nvSpPr>
        <dsp:cNvPr id="0" name=""/>
        <dsp:cNvSpPr/>
      </dsp:nvSpPr>
      <dsp:spPr>
        <a:xfrm>
          <a:off x="1718088" y="33742"/>
          <a:ext cx="4723949" cy="3779159"/>
        </a:xfrm>
        <a:prstGeom prst="funnel">
          <a:avLst/>
        </a:prstGeom>
        <a:solidFill>
          <a:schemeClr val="lt2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60E1E1-75A4-4781-A96B-F178B4724C3D}">
      <dsp:nvSpPr>
        <dsp:cNvPr id="0" name=""/>
        <dsp:cNvSpPr/>
      </dsp:nvSpPr>
      <dsp:spPr>
        <a:xfrm>
          <a:off x="1526105" y="212679"/>
          <a:ext cx="4220871" cy="1465853"/>
        </a:xfrm>
        <a:prstGeom prst="ellipse">
          <a:avLst/>
        </a:prstGeom>
        <a:solidFill>
          <a:schemeClr val="dk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35F097-E1E0-4426-B7DF-D224FD2B002B}">
      <dsp:nvSpPr>
        <dsp:cNvPr id="0" name=""/>
        <dsp:cNvSpPr/>
      </dsp:nvSpPr>
      <dsp:spPr>
        <a:xfrm>
          <a:off x="3234086" y="3802056"/>
          <a:ext cx="817998" cy="523519"/>
        </a:xfrm>
        <a:prstGeom prst="downArrow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7B8B7-C7D9-4FBC-90C1-917DDC8C9C40}">
      <dsp:nvSpPr>
        <dsp:cNvPr id="0" name=""/>
        <dsp:cNvSpPr/>
      </dsp:nvSpPr>
      <dsp:spPr>
        <a:xfrm>
          <a:off x="1679889" y="4220871"/>
          <a:ext cx="3926392" cy="981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 dirty="0"/>
            <a:t>Ready for model Training</a:t>
          </a:r>
          <a:endParaRPr lang="en-IN" sz="2600" b="1" kern="1200" dirty="0"/>
        </a:p>
      </dsp:txBody>
      <dsp:txXfrm>
        <a:off x="1679889" y="4220871"/>
        <a:ext cx="3926392" cy="981598"/>
      </dsp:txXfrm>
    </dsp:sp>
    <dsp:sp modelId="{58C38171-6658-4A34-8819-EB8355D692E3}">
      <dsp:nvSpPr>
        <dsp:cNvPr id="0" name=""/>
        <dsp:cNvSpPr/>
      </dsp:nvSpPr>
      <dsp:spPr>
        <a:xfrm>
          <a:off x="3060670" y="1791743"/>
          <a:ext cx="1472397" cy="147239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Normalization</a:t>
          </a:r>
          <a:endParaRPr lang="en-IN" sz="2400" kern="1200" dirty="0"/>
        </a:p>
      </dsp:txBody>
      <dsp:txXfrm>
        <a:off x="3276298" y="2007371"/>
        <a:ext cx="1041141" cy="1041141"/>
      </dsp:txXfrm>
    </dsp:sp>
    <dsp:sp modelId="{5C671778-AD57-46F5-A7B9-858CD5E7A338}">
      <dsp:nvSpPr>
        <dsp:cNvPr id="0" name=""/>
        <dsp:cNvSpPr/>
      </dsp:nvSpPr>
      <dsp:spPr>
        <a:xfrm>
          <a:off x="2007088" y="687118"/>
          <a:ext cx="1472397" cy="147239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Train Test Split</a:t>
          </a:r>
          <a:endParaRPr lang="en-IN" sz="2400" kern="1200" dirty="0"/>
        </a:p>
      </dsp:txBody>
      <dsp:txXfrm>
        <a:off x="2222716" y="902746"/>
        <a:ext cx="1041141" cy="1041141"/>
      </dsp:txXfrm>
    </dsp:sp>
    <dsp:sp modelId="{55CA9B40-4145-4D53-8528-CFF5CCE9F80A}">
      <dsp:nvSpPr>
        <dsp:cNvPr id="0" name=""/>
        <dsp:cNvSpPr/>
      </dsp:nvSpPr>
      <dsp:spPr>
        <a:xfrm>
          <a:off x="3512205" y="331125"/>
          <a:ext cx="1472397" cy="147239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X = Features, Y = Target</a:t>
          </a:r>
          <a:endParaRPr lang="en-IN" sz="1900" kern="1200" dirty="0"/>
        </a:p>
      </dsp:txBody>
      <dsp:txXfrm>
        <a:off x="3727833" y="546753"/>
        <a:ext cx="1041141" cy="1041141"/>
      </dsp:txXfrm>
    </dsp:sp>
    <dsp:sp modelId="{CBF0980B-CDD4-44B5-AAD0-B4C31308F2AA}">
      <dsp:nvSpPr>
        <dsp:cNvPr id="0" name=""/>
        <dsp:cNvSpPr/>
      </dsp:nvSpPr>
      <dsp:spPr>
        <a:xfrm>
          <a:off x="1352689" y="0"/>
          <a:ext cx="4580791" cy="3664633"/>
        </a:xfrm>
        <a:prstGeom prst="funnel">
          <a:avLst/>
        </a:prstGeom>
        <a:solidFill>
          <a:schemeClr val="lt2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9E49E-E941-4C0E-A981-1A8D585496EF}">
      <dsp:nvSpPr>
        <dsp:cNvPr id="0" name=""/>
        <dsp:cNvSpPr/>
      </dsp:nvSpPr>
      <dsp:spPr>
        <a:xfrm>
          <a:off x="5071172" y="2522492"/>
          <a:ext cx="1777007" cy="177700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 dirty="0"/>
            <a:t>Models</a:t>
          </a:r>
          <a:endParaRPr lang="en-IN" sz="3000" b="1" kern="1200" dirty="0"/>
        </a:p>
      </dsp:txBody>
      <dsp:txXfrm>
        <a:off x="5331409" y="2782729"/>
        <a:ext cx="1256533" cy="1256533"/>
      </dsp:txXfrm>
    </dsp:sp>
    <dsp:sp modelId="{C155B7D1-A8A8-495A-8288-7FB664A5CA52}">
      <dsp:nvSpPr>
        <dsp:cNvPr id="0" name=""/>
        <dsp:cNvSpPr/>
      </dsp:nvSpPr>
      <dsp:spPr>
        <a:xfrm rot="16416886">
          <a:off x="5861168" y="1903102"/>
          <a:ext cx="349365" cy="60418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>
        <a:off x="5910269" y="2076238"/>
        <a:ext cx="244556" cy="362510"/>
      </dsp:txXfrm>
    </dsp:sp>
    <dsp:sp modelId="{15F8E463-232D-4F0B-A73D-3D34D73D9BF9}">
      <dsp:nvSpPr>
        <dsp:cNvPr id="0" name=""/>
        <dsp:cNvSpPr/>
      </dsp:nvSpPr>
      <dsp:spPr>
        <a:xfrm>
          <a:off x="3560608" y="-25152"/>
          <a:ext cx="5112771" cy="189180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Logistic Regression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ACCURACY : 91%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Precision – 90%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Recall – 97%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F1_score – 94%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AUC_ROC – 91%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 dirty="0"/>
        </a:p>
      </dsp:txBody>
      <dsp:txXfrm>
        <a:off x="4309356" y="251896"/>
        <a:ext cx="3615275" cy="1337706"/>
      </dsp:txXfrm>
    </dsp:sp>
    <dsp:sp modelId="{2EF446CE-19A0-4673-A97A-F9B63B7D0ADF}">
      <dsp:nvSpPr>
        <dsp:cNvPr id="0" name=""/>
        <dsp:cNvSpPr/>
      </dsp:nvSpPr>
      <dsp:spPr>
        <a:xfrm rot="42822">
          <a:off x="6938798" y="3122462"/>
          <a:ext cx="218510" cy="60418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>
        <a:off x="6938801" y="3242890"/>
        <a:ext cx="152957" cy="362510"/>
      </dsp:txXfrm>
    </dsp:sp>
    <dsp:sp modelId="{0DBA5942-9A14-4359-85EE-AFC71BB51AE4}">
      <dsp:nvSpPr>
        <dsp:cNvPr id="0" name=""/>
        <dsp:cNvSpPr/>
      </dsp:nvSpPr>
      <dsp:spPr>
        <a:xfrm>
          <a:off x="7259310" y="2417701"/>
          <a:ext cx="4898286" cy="207998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/>
            <a:t>GBC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ACCURACY : 90%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Precision – 90%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Recall – 90%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F1_score –89%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AUC_ROC –  96%</a:t>
          </a:r>
          <a:endParaRPr lang="en-IN" sz="1400" kern="1200" dirty="0"/>
        </a:p>
      </dsp:txBody>
      <dsp:txXfrm>
        <a:off x="7976647" y="2722308"/>
        <a:ext cx="3463612" cy="1470773"/>
      </dsp:txXfrm>
    </dsp:sp>
    <dsp:sp modelId="{CB0A633D-7D56-474B-962A-DC6D59107A8F}">
      <dsp:nvSpPr>
        <dsp:cNvPr id="0" name=""/>
        <dsp:cNvSpPr/>
      </dsp:nvSpPr>
      <dsp:spPr>
        <a:xfrm rot="5400000">
          <a:off x="5770668" y="4343330"/>
          <a:ext cx="378017" cy="60418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>
        <a:off x="5827371" y="4407464"/>
        <a:ext cx="264612" cy="362510"/>
      </dsp:txXfrm>
    </dsp:sp>
    <dsp:sp modelId="{F4F23EC7-24D0-497E-BF56-020731B464B1}">
      <dsp:nvSpPr>
        <dsp:cNvPr id="0" name=""/>
        <dsp:cNvSpPr/>
      </dsp:nvSpPr>
      <dsp:spPr>
        <a:xfrm>
          <a:off x="2967080" y="5012739"/>
          <a:ext cx="5985193" cy="177700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XGBC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ACCURACY : 94</a:t>
          </a:r>
          <a:r>
            <a:rPr lang="en-GB" sz="1400" kern="1200" dirty="0"/>
            <a:t>%</a:t>
          </a:r>
          <a:endParaRPr lang="en-GB" sz="1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Precision – 94%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Recall – 100%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F1_score – 94%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AUC_ROC – 96%</a:t>
          </a:r>
          <a:endParaRPr lang="en-IN" sz="1400" kern="1200" dirty="0"/>
        </a:p>
      </dsp:txBody>
      <dsp:txXfrm>
        <a:off x="3843591" y="5272976"/>
        <a:ext cx="4232171" cy="1256533"/>
      </dsp:txXfrm>
    </dsp:sp>
    <dsp:sp modelId="{15D67846-73EE-4ECD-A9E9-2E8E5FB314AD}">
      <dsp:nvSpPr>
        <dsp:cNvPr id="0" name=""/>
        <dsp:cNvSpPr/>
      </dsp:nvSpPr>
      <dsp:spPr>
        <a:xfrm rot="10753398">
          <a:off x="4786445" y="3123445"/>
          <a:ext cx="201277" cy="60418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 rot="10800000">
        <a:off x="4846825" y="3243872"/>
        <a:ext cx="140894" cy="362510"/>
      </dsp:txXfrm>
    </dsp:sp>
    <dsp:sp modelId="{D708A597-4AF1-47E7-B4BE-BAB63F1252E8}">
      <dsp:nvSpPr>
        <dsp:cNvPr id="0" name=""/>
        <dsp:cNvSpPr/>
      </dsp:nvSpPr>
      <dsp:spPr>
        <a:xfrm>
          <a:off x="339210" y="2280026"/>
          <a:ext cx="4352993" cy="235531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/>
            <a:t>Random Forest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ACCURACY : 94%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Precision – 92%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Recall – 94%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F1_score –94%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AUC_ROC – 94%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 dirty="0"/>
        </a:p>
      </dsp:txBody>
      <dsp:txXfrm>
        <a:off x="976691" y="2624954"/>
        <a:ext cx="3078031" cy="16654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2AF5D-56B6-494D-B3BD-6BB5A5CE6198}">
      <dsp:nvSpPr>
        <dsp:cNvPr id="0" name=""/>
        <dsp:cNvSpPr/>
      </dsp:nvSpPr>
      <dsp:spPr>
        <a:xfrm>
          <a:off x="13628" y="19669"/>
          <a:ext cx="3026916" cy="46143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Data load</a:t>
          </a:r>
          <a:endParaRPr lang="en-IN" sz="2200" kern="1200" dirty="0"/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Data type change</a:t>
          </a:r>
          <a:endParaRPr lang="en-IN" sz="2200" kern="1200" dirty="0"/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Treating nan(Median Imputation)</a:t>
          </a:r>
          <a:endParaRPr lang="en-IN" sz="2200" kern="1200" dirty="0"/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Log Transformation</a:t>
          </a:r>
          <a:endParaRPr lang="en-IN" sz="2200" kern="1200" dirty="0"/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Encoding</a:t>
          </a:r>
          <a:endParaRPr lang="en-IN" sz="2200" kern="1200" dirty="0"/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Feature Importance</a:t>
          </a:r>
          <a:endParaRPr lang="en-IN" sz="2200" kern="1200" dirty="0"/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Feature Engineering</a:t>
          </a:r>
          <a:endParaRPr lang="en-IN" sz="2200" kern="1200" dirty="0"/>
        </a:p>
      </dsp:txBody>
      <dsp:txXfrm>
        <a:off x="102283" y="108324"/>
        <a:ext cx="2849606" cy="3448243"/>
      </dsp:txXfrm>
    </dsp:sp>
    <dsp:sp modelId="{A46848BD-3791-417E-8F79-DDA0254E538C}">
      <dsp:nvSpPr>
        <dsp:cNvPr id="0" name=""/>
        <dsp:cNvSpPr/>
      </dsp:nvSpPr>
      <dsp:spPr>
        <a:xfrm>
          <a:off x="1910601" y="2530608"/>
          <a:ext cx="3249709" cy="3249709"/>
        </a:xfrm>
        <a:prstGeom prst="leftCircularArrow">
          <a:avLst>
            <a:gd name="adj1" fmla="val 3305"/>
            <a:gd name="adj2" fmla="val 408217"/>
            <a:gd name="adj3" fmla="val 2069495"/>
            <a:gd name="adj4" fmla="val 8910256"/>
            <a:gd name="adj5" fmla="val 3856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2F14F-AB99-4F21-8A1B-41991696EFFC}">
      <dsp:nvSpPr>
        <dsp:cNvPr id="0" name=""/>
        <dsp:cNvSpPr/>
      </dsp:nvSpPr>
      <dsp:spPr>
        <a:xfrm>
          <a:off x="863247" y="3639905"/>
          <a:ext cx="2690592" cy="106995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Preprocessing</a:t>
          </a:r>
          <a:endParaRPr lang="en-IN" sz="3500" kern="1200" dirty="0"/>
        </a:p>
      </dsp:txBody>
      <dsp:txXfrm>
        <a:off x="894585" y="3671243"/>
        <a:ext cx="2627916" cy="1007283"/>
      </dsp:txXfrm>
    </dsp:sp>
    <dsp:sp modelId="{12B3A153-7278-4EB7-8A14-12537592B959}">
      <dsp:nvSpPr>
        <dsp:cNvPr id="0" name=""/>
        <dsp:cNvSpPr/>
      </dsp:nvSpPr>
      <dsp:spPr>
        <a:xfrm>
          <a:off x="3972931" y="865932"/>
          <a:ext cx="3026916" cy="392658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Train Test Split (70:30)</a:t>
          </a: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Normalization</a:t>
          </a:r>
          <a:endParaRPr lang="en-IN" sz="2200" kern="1200" dirty="0"/>
        </a:p>
      </dsp:txBody>
      <dsp:txXfrm>
        <a:off x="4061586" y="1795998"/>
        <a:ext cx="2849606" cy="2907864"/>
      </dsp:txXfrm>
    </dsp:sp>
    <dsp:sp modelId="{79BEB777-4400-4BFC-81CC-2DD03A98332B}">
      <dsp:nvSpPr>
        <dsp:cNvPr id="0" name=""/>
        <dsp:cNvSpPr/>
      </dsp:nvSpPr>
      <dsp:spPr>
        <a:xfrm>
          <a:off x="6450439" y="-707937"/>
          <a:ext cx="3857730" cy="3857730"/>
        </a:xfrm>
        <a:prstGeom prst="circularArrow">
          <a:avLst>
            <a:gd name="adj1" fmla="val 2784"/>
            <a:gd name="adj2" fmla="val 339686"/>
            <a:gd name="adj3" fmla="val 20440832"/>
            <a:gd name="adj4" fmla="val 13531539"/>
            <a:gd name="adj5" fmla="val 3248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CDF77-5F0E-4A1D-9308-19457EBA6109}">
      <dsp:nvSpPr>
        <dsp:cNvPr id="0" name=""/>
        <dsp:cNvSpPr/>
      </dsp:nvSpPr>
      <dsp:spPr>
        <a:xfrm>
          <a:off x="4570838" y="110949"/>
          <a:ext cx="2690592" cy="106995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Features &amp; Target</a:t>
          </a:r>
          <a:endParaRPr lang="en-IN" sz="3500" kern="1200" dirty="0"/>
        </a:p>
      </dsp:txBody>
      <dsp:txXfrm>
        <a:off x="4602176" y="142287"/>
        <a:ext cx="2627916" cy="1007283"/>
      </dsp:txXfrm>
    </dsp:sp>
    <dsp:sp modelId="{DDA1DFD3-D200-43B0-B5DA-D044E9F8C426}">
      <dsp:nvSpPr>
        <dsp:cNvPr id="0" name=""/>
        <dsp:cNvSpPr/>
      </dsp:nvSpPr>
      <dsp:spPr>
        <a:xfrm>
          <a:off x="7753251" y="841254"/>
          <a:ext cx="3026916" cy="385605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Logistic Regression</a:t>
          </a: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Random Forest</a:t>
          </a: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Decision Tree</a:t>
          </a: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XGBC</a:t>
          </a:r>
          <a:endParaRPr lang="en-IN" sz="2200" kern="1200" dirty="0"/>
        </a:p>
      </dsp:txBody>
      <dsp:txXfrm>
        <a:off x="7841906" y="929909"/>
        <a:ext cx="2849606" cy="2852449"/>
      </dsp:txXfrm>
    </dsp:sp>
    <dsp:sp modelId="{614A2F28-88D2-4849-B42E-70B8029AA213}">
      <dsp:nvSpPr>
        <dsp:cNvPr id="0" name=""/>
        <dsp:cNvSpPr/>
      </dsp:nvSpPr>
      <dsp:spPr>
        <a:xfrm>
          <a:off x="8429691" y="4468605"/>
          <a:ext cx="2690592" cy="106995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Models</a:t>
          </a:r>
          <a:endParaRPr lang="en-IN" sz="3500" kern="1200" dirty="0"/>
        </a:p>
      </dsp:txBody>
      <dsp:txXfrm>
        <a:off x="8461029" y="4499943"/>
        <a:ext cx="2627916" cy="10072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1D420-2CF6-4676-8FA2-98E8BA450135}">
      <dsp:nvSpPr>
        <dsp:cNvPr id="0" name=""/>
        <dsp:cNvSpPr/>
      </dsp:nvSpPr>
      <dsp:spPr>
        <a:xfrm>
          <a:off x="6715570" y="4222168"/>
          <a:ext cx="3067281" cy="19869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2400" b="1" kern="1200" dirty="0"/>
            <a:t>    XGBC :</a:t>
          </a:r>
          <a:endParaRPr lang="en-IN" sz="24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     Precision : 99%</a:t>
          </a:r>
          <a:endParaRPr lang="en-IN" sz="24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     Recall : 99%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     F1 Score : 99%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     AOC : 100%</a:t>
          </a:r>
          <a:endParaRPr lang="en-IN" sz="1800" b="1" kern="1200" dirty="0"/>
        </a:p>
      </dsp:txBody>
      <dsp:txXfrm>
        <a:off x="7679400" y="4762539"/>
        <a:ext cx="2059804" cy="1402885"/>
      </dsp:txXfrm>
    </dsp:sp>
    <dsp:sp modelId="{2FD947E9-216B-4BCB-851F-97AC149AE54C}">
      <dsp:nvSpPr>
        <dsp:cNvPr id="0" name=""/>
        <dsp:cNvSpPr/>
      </dsp:nvSpPr>
      <dsp:spPr>
        <a:xfrm>
          <a:off x="1750381" y="4222168"/>
          <a:ext cx="3067281" cy="19869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2400" b="1" kern="1200" dirty="0"/>
            <a:t>DT :</a:t>
          </a:r>
          <a:endParaRPr lang="en-IN" sz="24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Precision : 96%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Recall : 96%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F1 Score : 95%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AOC : 97%</a:t>
          </a:r>
          <a:endParaRPr lang="en-IN" sz="1800" b="1" kern="1200" dirty="0"/>
        </a:p>
      </dsp:txBody>
      <dsp:txXfrm>
        <a:off x="1794027" y="4762539"/>
        <a:ext cx="2059804" cy="1402885"/>
      </dsp:txXfrm>
    </dsp:sp>
    <dsp:sp modelId="{71914D5C-12CB-4E5A-AA5C-056AF78440A3}">
      <dsp:nvSpPr>
        <dsp:cNvPr id="0" name=""/>
        <dsp:cNvSpPr/>
      </dsp:nvSpPr>
      <dsp:spPr>
        <a:xfrm>
          <a:off x="6715570" y="0"/>
          <a:ext cx="3067281" cy="19869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400" b="1" kern="1200" dirty="0"/>
            <a:t>            </a:t>
          </a:r>
          <a:r>
            <a:rPr lang="en-GB" sz="2400" b="1" kern="1200" dirty="0"/>
            <a:t>RFC</a:t>
          </a:r>
          <a:r>
            <a:rPr lang="en-GB" sz="1400" b="1" kern="1200" dirty="0"/>
            <a:t> :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en-IN" sz="14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       Precision :98%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       Recall : 98%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       F1 Score : 98%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       AOC : 100%   </a:t>
          </a:r>
          <a:endParaRPr lang="en-IN" sz="1800" b="1" kern="1200" dirty="0"/>
        </a:p>
      </dsp:txBody>
      <dsp:txXfrm>
        <a:off x="7679400" y="43646"/>
        <a:ext cx="2059804" cy="1402885"/>
      </dsp:txXfrm>
    </dsp:sp>
    <dsp:sp modelId="{457F155F-061C-4A6A-8B88-33000DA2C89D}">
      <dsp:nvSpPr>
        <dsp:cNvPr id="0" name=""/>
        <dsp:cNvSpPr/>
      </dsp:nvSpPr>
      <dsp:spPr>
        <a:xfrm>
          <a:off x="1711059" y="0"/>
          <a:ext cx="3067281" cy="19869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2400" b="1" kern="1200" dirty="0"/>
            <a:t>LOGISTIC :</a:t>
          </a:r>
          <a:endParaRPr lang="en-IN" sz="2400" b="1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en-IN" sz="24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Precision : 96%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Recall : 98%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F1 Score : 98%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800" b="1" kern="1200" dirty="0"/>
            <a:t> AOC : 100 %</a:t>
          </a:r>
          <a:endParaRPr lang="en-IN" sz="18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700" kern="1200" dirty="0"/>
            <a:t>   </a:t>
          </a:r>
          <a:endParaRPr lang="en-IN" sz="1700" kern="1200" dirty="0"/>
        </a:p>
      </dsp:txBody>
      <dsp:txXfrm>
        <a:off x="1754705" y="43646"/>
        <a:ext cx="2059804" cy="1402885"/>
      </dsp:txXfrm>
    </dsp:sp>
    <dsp:sp modelId="{C01E0D53-5433-43B7-958A-1C082A118C9F}">
      <dsp:nvSpPr>
        <dsp:cNvPr id="0" name=""/>
        <dsp:cNvSpPr/>
      </dsp:nvSpPr>
      <dsp:spPr>
        <a:xfrm>
          <a:off x="2996337" y="353917"/>
          <a:ext cx="2688527" cy="2688527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endParaRPr lang="en-IN" sz="2100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IN" sz="2000" b="0" i="0" kern="1200" dirty="0"/>
            <a:t>Training Accuracy :  100</a:t>
          </a:r>
          <a:r>
            <a:rPr lang="en-GB" sz="2000" b="1" kern="1200" dirty="0"/>
            <a:t>%</a:t>
          </a:r>
          <a:endParaRPr lang="en-IN" sz="2000" b="0" i="0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Test Accuracy :  98</a:t>
          </a:r>
          <a:r>
            <a:rPr lang="en-GB" sz="2000" b="1" kern="1200" dirty="0"/>
            <a:t>%</a:t>
          </a:r>
          <a:endParaRPr lang="en-IN" sz="2000" b="1" kern="1200" dirty="0"/>
        </a:p>
      </dsp:txBody>
      <dsp:txXfrm>
        <a:off x="3783788" y="1141368"/>
        <a:ext cx="1901076" cy="1901076"/>
      </dsp:txXfrm>
    </dsp:sp>
    <dsp:sp modelId="{78A6C0D8-42E6-4920-80B7-1273C324CC65}">
      <dsp:nvSpPr>
        <dsp:cNvPr id="0" name=""/>
        <dsp:cNvSpPr/>
      </dsp:nvSpPr>
      <dsp:spPr>
        <a:xfrm rot="5400000">
          <a:off x="5828753" y="353917"/>
          <a:ext cx="2649113" cy="2688527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endParaRPr lang="en-GB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IN" sz="2000" b="0" i="0" kern="1200" dirty="0"/>
            <a:t>Training Accuracy :  99</a:t>
          </a:r>
          <a:r>
            <a:rPr lang="en-GB" sz="2000" b="1" kern="1200" dirty="0"/>
            <a:t>%</a:t>
          </a:r>
          <a:endParaRPr lang="en-IN" sz="2000" b="0" i="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Test Accuracy :  98</a:t>
          </a:r>
          <a:r>
            <a:rPr lang="en-GB" sz="2000" b="1" kern="1200" dirty="0"/>
            <a:t>%</a:t>
          </a:r>
          <a:endParaRPr lang="en-IN" sz="2000" b="1" kern="1200" dirty="0"/>
        </a:p>
      </dsp:txBody>
      <dsp:txXfrm rot="-5400000">
        <a:off x="5809046" y="1149531"/>
        <a:ext cx="1901076" cy="1873206"/>
      </dsp:txXfrm>
    </dsp:sp>
    <dsp:sp modelId="{2760DC9E-1616-4714-A784-2D0C3A7A3B0B}">
      <dsp:nvSpPr>
        <dsp:cNvPr id="0" name=""/>
        <dsp:cNvSpPr/>
      </dsp:nvSpPr>
      <dsp:spPr>
        <a:xfrm rot="10800000">
          <a:off x="5809046" y="3166626"/>
          <a:ext cx="2688527" cy="2688527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IN" sz="2000" b="0" i="0" kern="1200" dirty="0"/>
            <a:t>Training Accuracy :  100</a:t>
          </a:r>
          <a:r>
            <a:rPr lang="en-GB" sz="2000" b="1" kern="1200" dirty="0"/>
            <a:t>%</a:t>
          </a:r>
          <a:endParaRPr lang="en-IN" sz="2000" b="0" i="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Test Accuracy :  99</a:t>
          </a:r>
          <a:r>
            <a:rPr lang="en-GB" sz="2000" b="1" kern="1200" dirty="0"/>
            <a:t>%</a:t>
          </a:r>
          <a:endParaRPr lang="en-IN" sz="2000" b="1" kern="1200" dirty="0"/>
        </a:p>
      </dsp:txBody>
      <dsp:txXfrm rot="10800000">
        <a:off x="5809046" y="3166626"/>
        <a:ext cx="1901076" cy="1901076"/>
      </dsp:txXfrm>
    </dsp:sp>
    <dsp:sp modelId="{D108CA8D-3C2A-4B2D-9DE6-B74AA27EFEC7}">
      <dsp:nvSpPr>
        <dsp:cNvPr id="0" name=""/>
        <dsp:cNvSpPr/>
      </dsp:nvSpPr>
      <dsp:spPr>
        <a:xfrm rot="16200000">
          <a:off x="2996337" y="3166626"/>
          <a:ext cx="2688527" cy="2688527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IN" sz="2000" b="0" i="0" kern="1200" dirty="0"/>
            <a:t>Training Accuracy :  100</a:t>
          </a:r>
          <a:r>
            <a:rPr lang="en-GB" sz="2000" b="1" kern="1200" dirty="0"/>
            <a:t>%</a:t>
          </a:r>
          <a:endParaRPr lang="en-IN" sz="2000" b="0" i="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Test Accuracy :  96</a:t>
          </a:r>
          <a:r>
            <a:rPr lang="en-GB" sz="2000" b="1" kern="1200" dirty="0"/>
            <a:t>%</a:t>
          </a:r>
          <a:endParaRPr lang="en-IN" sz="2000" b="1" kern="1200" dirty="0"/>
        </a:p>
      </dsp:txBody>
      <dsp:txXfrm rot="5400000">
        <a:off x="3783788" y="3166626"/>
        <a:ext cx="1901076" cy="1901076"/>
      </dsp:txXfrm>
    </dsp:sp>
    <dsp:sp modelId="{810B0505-1EB2-4F40-B8F0-7286FB5F4113}">
      <dsp:nvSpPr>
        <dsp:cNvPr id="0" name=""/>
        <dsp:cNvSpPr/>
      </dsp:nvSpPr>
      <dsp:spPr>
        <a:xfrm flipH="1">
          <a:off x="7639669" y="5552300"/>
          <a:ext cx="68820" cy="807179"/>
        </a:xfrm>
        <a:prstGeom prst="circularArrow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2A12C-779D-4964-A55C-DAE1024A0DF5}">
      <dsp:nvSpPr>
        <dsp:cNvPr id="0" name=""/>
        <dsp:cNvSpPr/>
      </dsp:nvSpPr>
      <dsp:spPr>
        <a:xfrm rot="10800000">
          <a:off x="3667439" y="5274909"/>
          <a:ext cx="49160" cy="807179"/>
        </a:xfrm>
        <a:prstGeom prst="circularArrow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15319-C9F0-430F-8715-2FB77A4E6877}">
      <dsp:nvSpPr>
        <dsp:cNvPr id="0" name=""/>
        <dsp:cNvSpPr/>
      </dsp:nvSpPr>
      <dsp:spPr>
        <a:xfrm>
          <a:off x="0" y="0"/>
          <a:ext cx="7273741" cy="179635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Load Data</a:t>
          </a:r>
        </a:p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Statistical analysis</a:t>
          </a:r>
        </a:p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Imputation</a:t>
          </a:r>
        </a:p>
      </dsp:txBody>
      <dsp:txXfrm>
        <a:off x="52613" y="52613"/>
        <a:ext cx="5335337" cy="1691127"/>
      </dsp:txXfrm>
    </dsp:sp>
    <dsp:sp modelId="{892FF497-B790-4215-B781-4DBB72E4615F}">
      <dsp:nvSpPr>
        <dsp:cNvPr id="0" name=""/>
        <dsp:cNvSpPr/>
      </dsp:nvSpPr>
      <dsp:spPr>
        <a:xfrm>
          <a:off x="641800" y="2095745"/>
          <a:ext cx="7273741" cy="179635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X = Features, y = Target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Train Test Split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Encoding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Normalization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Oversampling</a:t>
          </a:r>
        </a:p>
      </dsp:txBody>
      <dsp:txXfrm>
        <a:off x="694413" y="2148358"/>
        <a:ext cx="5359085" cy="1691127"/>
      </dsp:txXfrm>
    </dsp:sp>
    <dsp:sp modelId="{6BB0F874-52A9-4F22-A201-C57E2CB4D268}">
      <dsp:nvSpPr>
        <dsp:cNvPr id="0" name=""/>
        <dsp:cNvSpPr/>
      </dsp:nvSpPr>
      <dsp:spPr>
        <a:xfrm>
          <a:off x="1283601" y="4191490"/>
          <a:ext cx="7273741" cy="179635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Model Training 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Logistic Regression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Random Forest Classifier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KNN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XGBC</a:t>
          </a:r>
        </a:p>
      </dsp:txBody>
      <dsp:txXfrm>
        <a:off x="1336214" y="4244103"/>
        <a:ext cx="5359085" cy="1691127"/>
      </dsp:txXfrm>
    </dsp:sp>
    <dsp:sp modelId="{B1B5742E-A6BA-404C-96C3-7B7E90EC5017}">
      <dsp:nvSpPr>
        <dsp:cNvPr id="0" name=""/>
        <dsp:cNvSpPr/>
      </dsp:nvSpPr>
      <dsp:spPr>
        <a:xfrm>
          <a:off x="4995065" y="1313077"/>
          <a:ext cx="1167629" cy="1167629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5257782" y="1313077"/>
        <a:ext cx="642195" cy="878641"/>
      </dsp:txXfrm>
    </dsp:sp>
    <dsp:sp modelId="{D83948F4-AA36-4E19-8E65-B91E6F6322D9}">
      <dsp:nvSpPr>
        <dsp:cNvPr id="0" name=""/>
        <dsp:cNvSpPr/>
      </dsp:nvSpPr>
      <dsp:spPr>
        <a:xfrm>
          <a:off x="6806901" y="3563993"/>
          <a:ext cx="1167629" cy="1167629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7069618" y="3563993"/>
        <a:ext cx="642195" cy="87864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6DD51F-F4E6-4FD2-8285-1C3FB06A8C74}">
      <dsp:nvSpPr>
        <dsp:cNvPr id="0" name=""/>
        <dsp:cNvSpPr/>
      </dsp:nvSpPr>
      <dsp:spPr>
        <a:xfrm>
          <a:off x="0" y="5177611"/>
          <a:ext cx="8970298" cy="0"/>
        </a:xfrm>
        <a:prstGeom prst="line">
          <a:avLst/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F4E867-24B5-411C-9060-DAE518E0D274}">
      <dsp:nvSpPr>
        <dsp:cNvPr id="0" name=""/>
        <dsp:cNvSpPr/>
      </dsp:nvSpPr>
      <dsp:spPr>
        <a:xfrm>
          <a:off x="0" y="2953745"/>
          <a:ext cx="8970298" cy="0"/>
        </a:xfrm>
        <a:prstGeom prst="line">
          <a:avLst/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C9A642-B259-441F-9791-E94675245974}">
      <dsp:nvSpPr>
        <dsp:cNvPr id="0" name=""/>
        <dsp:cNvSpPr/>
      </dsp:nvSpPr>
      <dsp:spPr>
        <a:xfrm>
          <a:off x="0" y="729878"/>
          <a:ext cx="8970298" cy="0"/>
        </a:xfrm>
        <a:prstGeom prst="line">
          <a:avLst/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19B806-F2DE-4A0C-8095-232F7490C75B}">
      <dsp:nvSpPr>
        <dsp:cNvPr id="0" name=""/>
        <dsp:cNvSpPr/>
      </dsp:nvSpPr>
      <dsp:spPr>
        <a:xfrm>
          <a:off x="2332277" y="813"/>
          <a:ext cx="6638020" cy="729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 Accuracy = 73%</a:t>
          </a:r>
          <a:endParaRPr lang="en-IN" sz="2400" kern="1200" dirty="0"/>
        </a:p>
      </dsp:txBody>
      <dsp:txXfrm>
        <a:off x="2332277" y="813"/>
        <a:ext cx="6638020" cy="729064"/>
      </dsp:txXfrm>
    </dsp:sp>
    <dsp:sp modelId="{ED7C679E-39EC-4104-ADB2-53B587C85AEA}">
      <dsp:nvSpPr>
        <dsp:cNvPr id="0" name=""/>
        <dsp:cNvSpPr/>
      </dsp:nvSpPr>
      <dsp:spPr>
        <a:xfrm>
          <a:off x="0" y="0"/>
          <a:ext cx="2332277" cy="729064"/>
        </a:xfrm>
        <a:prstGeom prst="round2SameRect">
          <a:avLst>
            <a:gd name="adj1" fmla="val 16670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Logistic Regression</a:t>
          </a:r>
          <a:endParaRPr lang="en-IN" sz="2400" b="1" kern="1200" dirty="0"/>
        </a:p>
      </dsp:txBody>
      <dsp:txXfrm>
        <a:off x="35596" y="35596"/>
        <a:ext cx="2261085" cy="693468"/>
      </dsp:txXfrm>
    </dsp:sp>
    <dsp:sp modelId="{9D7F0C35-29CC-41AC-9B2D-6E477AD21603}">
      <dsp:nvSpPr>
        <dsp:cNvPr id="0" name=""/>
        <dsp:cNvSpPr/>
      </dsp:nvSpPr>
      <dsp:spPr>
        <a:xfrm>
          <a:off x="0" y="729878"/>
          <a:ext cx="8970298" cy="1458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Precision = 79%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Recall = 71%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F1 score = 72 %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AUC _ROC = 80%</a:t>
          </a:r>
          <a:endParaRPr lang="en-IN" sz="2000" kern="1200" dirty="0"/>
        </a:p>
      </dsp:txBody>
      <dsp:txXfrm>
        <a:off x="0" y="729878"/>
        <a:ext cx="8970298" cy="1458348"/>
      </dsp:txXfrm>
    </dsp:sp>
    <dsp:sp modelId="{C91077D6-DB8F-4AB8-9863-2C8A6290622E}">
      <dsp:nvSpPr>
        <dsp:cNvPr id="0" name=""/>
        <dsp:cNvSpPr/>
      </dsp:nvSpPr>
      <dsp:spPr>
        <a:xfrm>
          <a:off x="2332277" y="2224680"/>
          <a:ext cx="6638020" cy="729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 Accuracy = 73%</a:t>
          </a:r>
          <a:endParaRPr lang="en-IN" sz="2400" kern="1200" dirty="0"/>
        </a:p>
      </dsp:txBody>
      <dsp:txXfrm>
        <a:off x="2332277" y="2224680"/>
        <a:ext cx="6638020" cy="729064"/>
      </dsp:txXfrm>
    </dsp:sp>
    <dsp:sp modelId="{6B8DB982-17BE-4D0B-B532-0FE8F870AB19}">
      <dsp:nvSpPr>
        <dsp:cNvPr id="0" name=""/>
        <dsp:cNvSpPr/>
      </dsp:nvSpPr>
      <dsp:spPr>
        <a:xfrm>
          <a:off x="0" y="2224680"/>
          <a:ext cx="2332277" cy="729064"/>
        </a:xfrm>
        <a:prstGeom prst="round2SameRect">
          <a:avLst>
            <a:gd name="adj1" fmla="val 16670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RFC</a:t>
          </a:r>
          <a:endParaRPr lang="en-IN" sz="2400" b="1" kern="1200" dirty="0"/>
        </a:p>
      </dsp:txBody>
      <dsp:txXfrm>
        <a:off x="35596" y="2260276"/>
        <a:ext cx="2261085" cy="693468"/>
      </dsp:txXfrm>
    </dsp:sp>
    <dsp:sp modelId="{7F331574-AF9A-4052-B2C0-31881B9BC9E9}">
      <dsp:nvSpPr>
        <dsp:cNvPr id="0" name=""/>
        <dsp:cNvSpPr/>
      </dsp:nvSpPr>
      <dsp:spPr>
        <a:xfrm>
          <a:off x="0" y="2953745"/>
          <a:ext cx="8970298" cy="1458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Precision = 71%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Recall = 73%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F1 score = 72 %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AUC _ROC = 78%</a:t>
          </a:r>
          <a:endParaRPr lang="en-IN" sz="2000" kern="1200" dirty="0"/>
        </a:p>
      </dsp:txBody>
      <dsp:txXfrm>
        <a:off x="0" y="2953745"/>
        <a:ext cx="8970298" cy="1458348"/>
      </dsp:txXfrm>
    </dsp:sp>
    <dsp:sp modelId="{04E43D73-20DF-476A-9357-D8EF205AAA6B}">
      <dsp:nvSpPr>
        <dsp:cNvPr id="0" name=""/>
        <dsp:cNvSpPr/>
      </dsp:nvSpPr>
      <dsp:spPr>
        <a:xfrm>
          <a:off x="2332277" y="4448546"/>
          <a:ext cx="6638020" cy="729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 Accuracy = 74%</a:t>
          </a:r>
          <a:endParaRPr lang="en-IN" sz="2400" kern="1200" dirty="0"/>
        </a:p>
      </dsp:txBody>
      <dsp:txXfrm>
        <a:off x="2332277" y="4448546"/>
        <a:ext cx="6638020" cy="729064"/>
      </dsp:txXfrm>
    </dsp:sp>
    <dsp:sp modelId="{59F2F1CE-981B-4336-9CCC-AF18F11C6FFE}">
      <dsp:nvSpPr>
        <dsp:cNvPr id="0" name=""/>
        <dsp:cNvSpPr/>
      </dsp:nvSpPr>
      <dsp:spPr>
        <a:xfrm>
          <a:off x="0" y="4448546"/>
          <a:ext cx="2332277" cy="729064"/>
        </a:xfrm>
        <a:prstGeom prst="round2SameRect">
          <a:avLst>
            <a:gd name="adj1" fmla="val 16670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XGBC</a:t>
          </a:r>
          <a:endParaRPr lang="en-IN" sz="2400" b="1" kern="1200" dirty="0"/>
        </a:p>
      </dsp:txBody>
      <dsp:txXfrm>
        <a:off x="35596" y="4484142"/>
        <a:ext cx="2261085" cy="693468"/>
      </dsp:txXfrm>
    </dsp:sp>
    <dsp:sp modelId="{1235B8A6-A10C-4570-873B-263796EBA7A6}">
      <dsp:nvSpPr>
        <dsp:cNvPr id="0" name=""/>
        <dsp:cNvSpPr/>
      </dsp:nvSpPr>
      <dsp:spPr>
        <a:xfrm>
          <a:off x="0" y="5177611"/>
          <a:ext cx="8970298" cy="1458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GB" sz="1900" kern="1200" dirty="0"/>
            <a:t> 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Precision = 73%</a:t>
          </a:r>
          <a:endParaRPr lang="en-IN" sz="20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Recall = 74%</a:t>
          </a:r>
          <a:endParaRPr lang="en-IN" sz="20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F1 score = 73 %</a:t>
          </a:r>
          <a:endParaRPr lang="en-IN" sz="20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AUC _ROC = 75%</a:t>
          </a:r>
          <a:endParaRPr lang="en-IN" sz="2000" kern="1200" dirty="0"/>
        </a:p>
      </dsp:txBody>
      <dsp:txXfrm>
        <a:off x="0" y="5177611"/>
        <a:ext cx="8970298" cy="1458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522E9-3D6E-4452-B2CB-93D8B9954DEE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DD99A-C578-4784-94F2-4E3424B5A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97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DD99A-C578-4784-94F2-4E3424B5A7D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259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DD99A-C578-4784-94F2-4E3424B5A7D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718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DD99A-C578-4784-94F2-4E3424B5A7D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643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68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4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609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72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37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969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36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851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2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15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51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5126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698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502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05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02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7453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73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05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CA7B-53A7-E985-B0C2-9B8096FEF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130" y="1376984"/>
            <a:ext cx="11449176" cy="2278157"/>
          </a:xfrm>
        </p:spPr>
        <p:txBody>
          <a:bodyPr>
            <a:normAutofit/>
          </a:bodyPr>
          <a:lstStyle/>
          <a:p>
            <a:r>
              <a:rPr lang="en-GB" dirty="0">
                <a:latin typeface="Sitka Text Semibold" pitchFamily="2" charset="0"/>
              </a:rPr>
              <a:t>Multi-Disease Prediction Using Machine Learning Techniques</a:t>
            </a:r>
            <a:endParaRPr lang="en-IN" dirty="0">
              <a:latin typeface="Sitka Text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07425-E943-F33D-38EB-DCBF0D6B9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9492" y="5076688"/>
            <a:ext cx="3951698" cy="137159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BY</a:t>
            </a:r>
          </a:p>
          <a:p>
            <a:pPr>
              <a:lnSpc>
                <a:spcPct val="100000"/>
              </a:lnSpc>
            </a:pP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GIRIJA SWAMINATHAN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966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AAFB-73AD-0659-5FA1-16D2AD1BB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18518"/>
            <a:ext cx="10133637" cy="1478570"/>
          </a:xfrm>
        </p:spPr>
        <p:txBody>
          <a:bodyPr/>
          <a:lstStyle/>
          <a:p>
            <a:r>
              <a:rPr lang="en-GB" b="1" i="1" dirty="0"/>
              <a:t>Introduction :</a:t>
            </a:r>
            <a:endParaRPr lang="en-IN" b="1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9409E7-1F9B-FFEE-E529-212B922208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4589" y="1748574"/>
            <a:ext cx="10363826" cy="4490908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 Healthcare diagnosis often relies on manual analysis and clinical experience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Early detection of diseases plays a crucial role in improving patient outcomes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Machine Learning enables automated, accurate, and faster disease prediction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This project focuses on predicting </a:t>
            </a:r>
            <a:r>
              <a:rPr lang="en-GB" b="1" dirty="0"/>
              <a:t>Kidney, Liver, and Parkinson’s diseases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85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8BAF-205F-C8D2-2826-E6EB9E5B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753686"/>
            <a:ext cx="10364451" cy="1596177"/>
          </a:xfrm>
        </p:spPr>
        <p:txBody>
          <a:bodyPr/>
          <a:lstStyle/>
          <a:p>
            <a:r>
              <a:rPr lang="en-IN" b="1" i="1" dirty="0"/>
              <a:t>Problem Statement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4D10E-22E7-7050-6128-6B63D3A29F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77568" y="1904976"/>
            <a:ext cx="10363826" cy="3424107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Traditional diagnostic methods are time-consuming and subjective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Late detection of diseases leads to severe complications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There is a need for an intelligent system that can assist in early disease prediction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Manual interpretation of medical data can lead to errors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63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59F3-36AD-629A-CA8E-A1E9F2BC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Objectives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63306-49DD-C19B-9C6B-CD304947F1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35197" y="1661652"/>
            <a:ext cx="10363826" cy="4930877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To develop a Machine Learning–based system for disease prediction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To predict </a:t>
            </a:r>
            <a:r>
              <a:rPr lang="en-GB" b="1" dirty="0"/>
              <a:t>Kidney, Liver, and Parkinson’s diseases</a:t>
            </a:r>
            <a:r>
              <a:rPr lang="en-GB" dirty="0"/>
              <a:t> using patient data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To improve early diagnosis and decision support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To provide a user-friendly interface for easy access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Covers prediction of three critical diseases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4281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B6332-9074-1BBD-03CA-49781D27A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Dataset Description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459AC-4325-1C6D-3610-CCB3DE2F96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26548" y="1920108"/>
            <a:ext cx="10363826" cy="3424107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   Separate datasets used for Kidney, Liver, and Parkinson’s diseases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  Includes numerical and categorical medical parameters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  Dataset contains patient records with disease labels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61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63B7-2CE0-9B23-2EC9-81D1BB9B8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52400"/>
            <a:ext cx="9905998" cy="1478570"/>
          </a:xfrm>
        </p:spPr>
        <p:txBody>
          <a:bodyPr/>
          <a:lstStyle/>
          <a:p>
            <a:r>
              <a:rPr lang="en-IN" b="1" i="1" dirty="0"/>
              <a:t>Techniques Used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924D-70B3-7853-3D55-F63BA48AD6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8304" y="1307690"/>
            <a:ext cx="10363826" cy="49751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 Python programming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 Data preprocessing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 Train-Test split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 Model Training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 Hyperparameter Tuning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 Performance Metrics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 Model saving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 Streamlit Deployment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715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374A4-83A3-BB73-19ED-074321B4C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288026"/>
          </a:xfrm>
        </p:spPr>
        <p:txBody>
          <a:bodyPr/>
          <a:lstStyle/>
          <a:p>
            <a:r>
              <a:rPr lang="en-GB" b="1" i="1" dirty="0">
                <a:latin typeface="Constantia" panose="02030602050306030303" pitchFamily="18" charset="0"/>
              </a:rPr>
              <a:t>PREPROCESSING</a:t>
            </a:r>
            <a:r>
              <a:rPr lang="en-GB" i="1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2C13-5576-3DE0-0942-F233209F97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47801" y="943897"/>
            <a:ext cx="10363826" cy="591410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dirty="0"/>
              <a:t> Checked Missing values, Nan Values, and Duplicates records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dirty="0"/>
              <a:t> Removed irrelevant and unnecessary columns to enhance data quality &amp; model accuracy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dirty="0"/>
              <a:t> Performed outlier detection using </a:t>
            </a:r>
            <a:r>
              <a:rPr lang="en-GB" b="1" dirty="0"/>
              <a:t>KDE plots </a:t>
            </a:r>
            <a:r>
              <a:rPr lang="en-GB" dirty="0"/>
              <a:t>and addressed outliers through </a:t>
            </a:r>
            <a:r>
              <a:rPr lang="en-GB" b="1" dirty="0"/>
              <a:t>log  </a:t>
            </a:r>
            <a:r>
              <a:rPr lang="en-GB" dirty="0"/>
              <a:t>transformation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dirty="0"/>
              <a:t> Split the dataset into training and testing sets using a </a:t>
            </a:r>
            <a:r>
              <a:rPr lang="en-GB" b="1" dirty="0"/>
              <a:t>70 : 30</a:t>
            </a:r>
            <a:r>
              <a:rPr lang="en-GB" dirty="0"/>
              <a:t> ratio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dirty="0"/>
              <a:t> Encoded categorical variables using </a:t>
            </a:r>
            <a:r>
              <a:rPr lang="en-GB" b="1" dirty="0"/>
              <a:t>Label Encoding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dirty="0"/>
              <a:t> Standardized numerical features using </a:t>
            </a:r>
            <a:r>
              <a:rPr lang="en-GB" b="1" dirty="0"/>
              <a:t>StandardScaler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GB" dirty="0"/>
              <a:t> Applied </a:t>
            </a:r>
            <a:r>
              <a:rPr lang="en-GB" b="1" dirty="0"/>
              <a:t>SMOTE</a:t>
            </a:r>
            <a:r>
              <a:rPr lang="en-GB" dirty="0"/>
              <a:t> to handle class imbalance through oversampling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dirty="0">
                <a:solidFill>
                  <a:srgbClr val="FF0000"/>
                </a:solidFill>
              </a:rPr>
              <a:t>        </a:t>
            </a:r>
            <a:r>
              <a:rPr lang="en-GB" b="1" dirty="0">
                <a:solidFill>
                  <a:schemeClr val="tx2">
                    <a:lumMod val="75000"/>
                  </a:schemeClr>
                </a:solidFill>
              </a:rPr>
              <a:t>Ensured the dataset was clean, balanced, and well-prepared for model building</a:t>
            </a:r>
          </a:p>
          <a:p>
            <a:pPr>
              <a:lnSpc>
                <a:spcPct val="17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6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3F6F4-220D-C030-0F98-22F8C9EBB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179" y="0"/>
            <a:ext cx="9905998" cy="1478570"/>
          </a:xfrm>
        </p:spPr>
        <p:txBody>
          <a:bodyPr/>
          <a:lstStyle/>
          <a:p>
            <a:r>
              <a:rPr lang="en-GB" b="1" i="1" dirty="0"/>
              <a:t>           PARKINSONS DISEASE PREDICTION :</a:t>
            </a:r>
            <a:endParaRPr lang="en-IN" b="1" i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601FE9-622E-EDCA-FE48-43505AD2791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59973" y="1478570"/>
            <a:ext cx="8396749" cy="5379429"/>
          </a:xfrm>
        </p:spPr>
      </p:pic>
    </p:spTree>
    <p:extLst>
      <p:ext uri="{BB962C8B-B14F-4D97-AF65-F5344CB8AC3E}">
        <p14:creationId xmlns:p14="http://schemas.microsoft.com/office/powerpoint/2010/main" val="322890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454EC53-E6C3-D4C4-BCFE-17D7A358578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82588807"/>
              </p:ext>
            </p:extLst>
          </p:nvPr>
        </p:nvGraphicFramePr>
        <p:xfrm>
          <a:off x="-623863" y="482321"/>
          <a:ext cx="8160127" cy="5398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4F3C2474-9DBE-EA0B-5593-11C1372E9D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3244397"/>
              </p:ext>
            </p:extLst>
          </p:nvPr>
        </p:nvGraphicFramePr>
        <p:xfrm>
          <a:off x="5325626" y="643096"/>
          <a:ext cx="7286171" cy="5235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6149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AADBCDE-569F-AD0F-92DE-A6E13CCC2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621" y="1209368"/>
            <a:ext cx="9426757" cy="5486399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0B45E449-22FA-5F58-C2DE-4BA7D1F6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621" y="162233"/>
            <a:ext cx="9905998" cy="871068"/>
          </a:xfrm>
        </p:spPr>
        <p:txBody>
          <a:bodyPr/>
          <a:lstStyle/>
          <a:p>
            <a:r>
              <a:rPr lang="en-GB" b="1" i="1" dirty="0"/>
              <a:t>Features distribution :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464563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39C3-8C2B-F78F-B30B-6B2939A2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072630"/>
          </a:xfrm>
        </p:spPr>
        <p:txBody>
          <a:bodyPr/>
          <a:lstStyle/>
          <a:p>
            <a:r>
              <a:rPr lang="en-GB" b="1" i="1" dirty="0"/>
              <a:t>Correlation :</a:t>
            </a:r>
            <a:endParaRPr lang="en-IN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267F62-9E22-DBE1-60F1-CEAC74923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5" y="972430"/>
            <a:ext cx="10864645" cy="571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17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B92E865C-38C6-BE72-5358-9AB79556A0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4828195"/>
              </p:ext>
            </p:extLst>
          </p:nvPr>
        </p:nvGraphicFramePr>
        <p:xfrm>
          <a:off x="0" y="-19665"/>
          <a:ext cx="12192000" cy="6764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3818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E1003E3-E323-4767-E100-722965731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14" y="1453072"/>
            <a:ext cx="5155772" cy="4722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FC5268-4A07-6A51-781A-3C8F22A39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214" y="0"/>
            <a:ext cx="3856037" cy="887718"/>
          </a:xfrm>
        </p:spPr>
        <p:txBody>
          <a:bodyPr/>
          <a:lstStyle/>
          <a:p>
            <a:r>
              <a:rPr lang="en-GB" b="1" i="1" dirty="0"/>
              <a:t>Confusion Matrix : </a:t>
            </a:r>
            <a:endParaRPr lang="en-IN" b="1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65F046-A9C0-A4CC-64F8-A5528558A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80" y="1453072"/>
            <a:ext cx="5063613" cy="472266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Model correctly predicted 38 PD cases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Correctly identified 8 healthy individual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3 healthy individuals were incorrectly predicted as PD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 </a:t>
            </a:r>
            <a:r>
              <a:rPr lang="en-GB" b="1" dirty="0">
                <a:highlight>
                  <a:srgbClr val="00FF00"/>
                </a:highlight>
              </a:rPr>
              <a:t>No PD cases were missed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045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02FF-41D5-D225-B15F-762D8B6EA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639" y="107023"/>
            <a:ext cx="9905998" cy="1478570"/>
          </a:xfrm>
        </p:spPr>
        <p:txBody>
          <a:bodyPr/>
          <a:lstStyle/>
          <a:p>
            <a:r>
              <a:rPr lang="en-GB" b="1" i="1" dirty="0"/>
              <a:t>        KIDNEY DISEASE PREDICTION :</a:t>
            </a:r>
            <a:endParaRPr lang="en-IN" b="1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F88021-2EE2-61E7-1103-04E0B82F0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9640" y="1424709"/>
            <a:ext cx="9075174" cy="4952641"/>
          </a:xfrm>
        </p:spPr>
      </p:pic>
    </p:spTree>
    <p:extLst>
      <p:ext uri="{BB962C8B-B14F-4D97-AF65-F5344CB8AC3E}">
        <p14:creationId xmlns:p14="http://schemas.microsoft.com/office/powerpoint/2010/main" val="1265237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A204E08-9474-5D6D-5622-54597A43A8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3370114"/>
              </p:ext>
            </p:extLst>
          </p:nvPr>
        </p:nvGraphicFramePr>
        <p:xfrm>
          <a:off x="609600" y="599768"/>
          <a:ext cx="11120284" cy="5538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5013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CBCBDC-B8C4-E08E-E607-FBFAAA6ACE5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59945779"/>
              </p:ext>
            </p:extLst>
          </p:nvPr>
        </p:nvGraphicFramePr>
        <p:xfrm>
          <a:off x="432618" y="324464"/>
          <a:ext cx="11493911" cy="6209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9648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93BA080-EE37-7709-60D6-F73DD1F93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"/>
            <a:ext cx="9905998" cy="813916"/>
          </a:xfrm>
        </p:spPr>
        <p:txBody>
          <a:bodyPr/>
          <a:lstStyle/>
          <a:p>
            <a:r>
              <a:rPr lang="en-GB" b="1" i="1" dirty="0"/>
              <a:t>Feature Distribution by CKD Classification :</a:t>
            </a:r>
            <a:endParaRPr lang="en-IN" b="1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0B2D54-850A-9FC8-5E16-F918DD7E2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925" y="673240"/>
            <a:ext cx="9650149" cy="604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79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4E36-9A38-BC6F-FC45-A50672DF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300" y="116100"/>
            <a:ext cx="5185699" cy="888735"/>
          </a:xfrm>
        </p:spPr>
        <p:txBody>
          <a:bodyPr/>
          <a:lstStyle/>
          <a:p>
            <a:r>
              <a:rPr lang="en-GB" b="1" i="1" dirty="0"/>
              <a:t>Feature importances:</a:t>
            </a:r>
            <a:endParaRPr lang="en-IN" b="1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0021C7-D95A-0FE6-9286-D82C6AC9C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475" y="1004835"/>
            <a:ext cx="5330637" cy="5164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9473AC-F597-9F46-AB70-638C60BEE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563" y="1004835"/>
            <a:ext cx="5330637" cy="337052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975A564-0920-1027-FBBE-7561F78B5D57}"/>
              </a:ext>
            </a:extLst>
          </p:cNvPr>
          <p:cNvSpPr txBox="1">
            <a:spLocks/>
          </p:cNvSpPr>
          <p:nvPr/>
        </p:nvSpPr>
        <p:spPr>
          <a:xfrm>
            <a:off x="6327112" y="116099"/>
            <a:ext cx="5185699" cy="888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i="1" dirty="0"/>
              <a:t>Confusion Matrix :</a:t>
            </a:r>
            <a:endParaRPr lang="en-IN" b="1" i="1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1420489-9658-D222-64B9-C2B337025263}"/>
              </a:ext>
            </a:extLst>
          </p:cNvPr>
          <p:cNvSpPr txBox="1">
            <a:spLocks/>
          </p:cNvSpPr>
          <p:nvPr/>
        </p:nvSpPr>
        <p:spPr>
          <a:xfrm>
            <a:off x="6413287" y="3908809"/>
            <a:ext cx="5614590" cy="3034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cap="none" dirty="0"/>
              <a:t>CKD patients correctly predicted as CKD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cap="none" dirty="0"/>
              <a:t>Non-CKD pts correctly predicted as healthy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1" cap="none" dirty="0"/>
              <a:t>One healthy pt incorrectly predicted as CKD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i="1" cap="none" dirty="0">
                <a:highlight>
                  <a:srgbClr val="00FF00"/>
                </a:highlight>
              </a:rPr>
              <a:t>NO CKD cases missed</a:t>
            </a:r>
          </a:p>
        </p:txBody>
      </p:sp>
    </p:spTree>
    <p:extLst>
      <p:ext uri="{BB962C8B-B14F-4D97-AF65-F5344CB8AC3E}">
        <p14:creationId xmlns:p14="http://schemas.microsoft.com/office/powerpoint/2010/main" val="3331504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9E88-A413-8D9A-A8F4-BC9C342F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875071"/>
          </a:xfrm>
        </p:spPr>
        <p:txBody>
          <a:bodyPr/>
          <a:lstStyle/>
          <a:p>
            <a:r>
              <a:rPr lang="en-GB" b="1" i="1" dirty="0"/>
              <a:t>Liver disease prediction :</a:t>
            </a:r>
            <a:endParaRPr lang="en-IN" b="1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AF4A3F-3155-023A-2A31-CA24AC079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1494" y="874713"/>
            <a:ext cx="8002687" cy="5643562"/>
          </a:xfrm>
        </p:spPr>
      </p:pic>
    </p:spTree>
    <p:extLst>
      <p:ext uri="{BB962C8B-B14F-4D97-AF65-F5344CB8AC3E}">
        <p14:creationId xmlns:p14="http://schemas.microsoft.com/office/powerpoint/2010/main" val="2535724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3295626-0539-971E-29EC-F420F601D2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613745"/>
              </p:ext>
            </p:extLst>
          </p:nvPr>
        </p:nvGraphicFramePr>
        <p:xfrm>
          <a:off x="2071328" y="324466"/>
          <a:ext cx="8557343" cy="5987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9471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0DB3275-8081-94CF-22B1-75F80A69FA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9764739"/>
              </p:ext>
            </p:extLst>
          </p:nvPr>
        </p:nvGraphicFramePr>
        <p:xfrm>
          <a:off x="1481392" y="1"/>
          <a:ext cx="8970298" cy="6636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1922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E01390A-6EEB-2ABB-A3AD-DF7DC4273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25" y="0"/>
            <a:ext cx="4942398" cy="3429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12E2E4-07F0-8323-240B-5518E35A4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250264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1C18EF-9E15-01BE-8612-A021B19E9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40" y="3559277"/>
            <a:ext cx="5102168" cy="32200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594180-3783-6CA2-02A0-1378A1069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3559276"/>
            <a:ext cx="5417574" cy="322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03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943A2D-8274-A316-59FF-0D3E32A3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Results &amp; Analysis :</a:t>
            </a:r>
            <a:br>
              <a:rPr lang="en-IN" b="1" i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endParaRPr lang="en-IN" b="1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F47B59-3154-028F-B890-8B1BB18FC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555" y="1757873"/>
            <a:ext cx="9905999" cy="4229971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 Models achieved high prediction accuracy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 XGBoost and Logistic performed better compared to other models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 Results indicate effective disease prediction capability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70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D355C9-F965-4C6D-BD4E-378A0EAD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User Interface (Streamlit</a:t>
            </a:r>
            <a:r>
              <a:rPr lang="en-IN" i="1" dirty="0"/>
              <a:t>) 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B79535-6FCD-243B-7B21-52586AD9A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233" y="1836533"/>
            <a:ext cx="9905999" cy="3541714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Interactive and user-friendly web interface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Separate sections for each disease prediction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Users input medical values easily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Prediction results displayed instantly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4508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0B6C8E-411D-921C-6DE8-7DDB0504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Advantages 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DFD7E-8A58-6E16-41D5-2D392A827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8226" y="1776130"/>
            <a:ext cx="9905999" cy="3541714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Enables early disease detection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Reduces dependency on manual diagnosis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Easy-to-use and interactive interface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Fast and efficient prediction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297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08AA-4431-6611-2A79-68FF17AE9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Conclusion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99D8E-BDE3-AFB6-EFCD-A8D6EAF9D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232" y="1875862"/>
            <a:ext cx="9905999" cy="3541714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Machine Learning can effectively assist in disease prediction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The proposed system predicts Kidney, Liver, and Parkinson’s diseases accurately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Helps in early diagnosis and healthcare decision support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/>
              <a:t>Future improvements can make the system more robust and scalable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283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FFD615-54E4-174F-C1EA-E5F167E6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68" y="2689715"/>
            <a:ext cx="9905998" cy="1478570"/>
          </a:xfrm>
        </p:spPr>
        <p:txBody>
          <a:bodyPr>
            <a:normAutofit/>
          </a:bodyPr>
          <a:lstStyle/>
          <a:p>
            <a:r>
              <a:rPr lang="en-GB" sz="4000" b="1" i="1" dirty="0"/>
              <a:t>                     THANK YOU</a:t>
            </a:r>
            <a:endParaRPr lang="en-IN" sz="4000" b="1" i="1" dirty="0"/>
          </a:p>
        </p:txBody>
      </p:sp>
    </p:spTree>
    <p:extLst>
      <p:ext uri="{BB962C8B-B14F-4D97-AF65-F5344CB8AC3E}">
        <p14:creationId xmlns:p14="http://schemas.microsoft.com/office/powerpoint/2010/main" val="19885759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352</TotalTime>
  <Words>895</Words>
  <Application>Microsoft Office PowerPoint</Application>
  <PresentationFormat>Widescreen</PresentationFormat>
  <Paragraphs>194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Constantia</vt:lpstr>
      <vt:lpstr>Sitka Text Semibold</vt:lpstr>
      <vt:lpstr>Times New Roman</vt:lpstr>
      <vt:lpstr>Tw Cen MT</vt:lpstr>
      <vt:lpstr>Wingdings</vt:lpstr>
      <vt:lpstr>Circuit</vt:lpstr>
      <vt:lpstr>Multi-Disease Prediction Using Machine Learning Techniques</vt:lpstr>
      <vt:lpstr>Introduction :</vt:lpstr>
      <vt:lpstr>Problem Statement :</vt:lpstr>
      <vt:lpstr>Objectives :</vt:lpstr>
      <vt:lpstr>Dataset Description :</vt:lpstr>
      <vt:lpstr>Techniques Used :</vt:lpstr>
      <vt:lpstr>PREPROCESSING </vt:lpstr>
      <vt:lpstr>           PARKINSONS DISEASE PREDICTION :</vt:lpstr>
      <vt:lpstr>PowerPoint Presentation</vt:lpstr>
      <vt:lpstr>Features distribution :</vt:lpstr>
      <vt:lpstr>Correlation :</vt:lpstr>
      <vt:lpstr>PowerPoint Presentation</vt:lpstr>
      <vt:lpstr>Confusion Matrix : </vt:lpstr>
      <vt:lpstr>        KIDNEY DISEASE PREDICTION :</vt:lpstr>
      <vt:lpstr>PowerPoint Presentation</vt:lpstr>
      <vt:lpstr>PowerPoint Presentation</vt:lpstr>
      <vt:lpstr>Feature Distribution by CKD Classification :</vt:lpstr>
      <vt:lpstr>Feature importances:</vt:lpstr>
      <vt:lpstr>Liver disease prediction :</vt:lpstr>
      <vt:lpstr>PowerPoint Presentation</vt:lpstr>
      <vt:lpstr>PowerPoint Presentation</vt:lpstr>
      <vt:lpstr>PowerPoint Presentation</vt:lpstr>
      <vt:lpstr>Results &amp; Analysis : </vt:lpstr>
      <vt:lpstr>User Interface (Streamlit) :</vt:lpstr>
      <vt:lpstr>Advantages :</vt:lpstr>
      <vt:lpstr>Conclusion :</vt:lpstr>
      <vt:lpstr>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Girija Swaminathan</dc:creator>
  <cp:lastModifiedBy>Girija Swaminathan</cp:lastModifiedBy>
  <cp:revision>1</cp:revision>
  <dcterms:created xsi:type="dcterms:W3CDTF">2026-01-05T06:34:24Z</dcterms:created>
  <dcterms:modified xsi:type="dcterms:W3CDTF">2026-01-11T17:11:34Z</dcterms:modified>
</cp:coreProperties>
</file>